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25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28" r:id="rId37"/>
    <p:sldId id="291" r:id="rId38"/>
    <p:sldId id="292" r:id="rId39"/>
    <p:sldId id="293" r:id="rId40"/>
    <p:sldId id="294" r:id="rId41"/>
    <p:sldId id="297" r:id="rId42"/>
    <p:sldId id="329" r:id="rId43"/>
    <p:sldId id="333" r:id="rId44"/>
    <p:sldId id="330" r:id="rId45"/>
    <p:sldId id="334" r:id="rId46"/>
    <p:sldId id="331" r:id="rId47"/>
    <p:sldId id="335" r:id="rId48"/>
    <p:sldId id="296" r:id="rId49"/>
    <p:sldId id="299" r:id="rId50"/>
    <p:sldId id="298" r:id="rId51"/>
    <p:sldId id="301" r:id="rId52"/>
    <p:sldId id="302" r:id="rId53"/>
    <p:sldId id="303" r:id="rId54"/>
    <p:sldId id="307" r:id="rId55"/>
    <p:sldId id="300" r:id="rId56"/>
    <p:sldId id="304" r:id="rId57"/>
    <p:sldId id="305" r:id="rId58"/>
    <p:sldId id="306" r:id="rId59"/>
    <p:sldId id="308" r:id="rId60"/>
    <p:sldId id="310" r:id="rId61"/>
    <p:sldId id="311" r:id="rId62"/>
    <p:sldId id="309" r:id="rId63"/>
    <p:sldId id="312" r:id="rId64"/>
    <p:sldId id="313" r:id="rId65"/>
    <p:sldId id="314" r:id="rId66"/>
    <p:sldId id="320" r:id="rId67"/>
    <p:sldId id="315" r:id="rId68"/>
    <p:sldId id="316" r:id="rId69"/>
    <p:sldId id="317" r:id="rId70"/>
    <p:sldId id="318" r:id="rId71"/>
    <p:sldId id="319" r:id="rId72"/>
    <p:sldId id="321" r:id="rId73"/>
    <p:sldId id="332" r:id="rId74"/>
    <p:sldId id="322" r:id="rId75"/>
    <p:sldId id="323" r:id="rId76"/>
    <p:sldId id="324" r:id="rId77"/>
    <p:sldId id="326" r:id="rId78"/>
    <p:sldId id="327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8"/>
    <p:restoredTop sz="94663"/>
  </p:normalViewPr>
  <p:slideViewPr>
    <p:cSldViewPr snapToGrid="0" snapToObjects="1" showGuides="1">
      <p:cViewPr varScale="1">
        <p:scale>
          <a:sx n="92" d="100"/>
          <a:sy n="92" d="100"/>
        </p:scale>
        <p:origin x="226" y="86"/>
      </p:cViewPr>
      <p:guideLst>
        <p:guide orient="horz" pos="9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C21F-E398-2E4C-9B7C-241325AE3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86F7E-970C-F24D-9DAE-3ED266294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B8A59-73A1-724C-B22D-3FB4E524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818E3-117C-7D40-B384-99098D9D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C6189-BEE0-1644-8ACB-B0923B36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1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6E5B-2A6B-B14B-910B-AD754084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FA872-C453-4E43-A6F0-1355B2287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1681-065D-434C-9B67-1328B106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EB646-FF1F-2841-A9C9-7EA58E8E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C4569-52EC-EB48-AC55-72743B89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8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79A0-01D7-014C-B802-116E8C9D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092BD-7E76-9549-8ABC-AEE3D879C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E2D8D-8BAB-FE41-B5C5-92F6FF60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DBF6B-C8C3-4843-8B44-77DC82F6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39C9B-83FA-1B4F-B09C-FD1150C2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8C28-5C78-DF47-8B9B-FBBCA708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ED31-2576-4B40-BFFA-746CFD0E2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4B4ED-2B95-4647-B955-060E6C614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F8848-5CCF-9D46-AD04-B11E72F2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CA81B-78C0-F944-92AD-C6679256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2FD41-491B-4F4C-B97D-027B0C2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5BF2-3CDA-6A49-80E8-B5FAE530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FA10B-DFD3-EB49-99B5-CE3330FD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56C71-4F13-D04C-A2FF-7EBED1F3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49F06-2EE7-9641-9133-B777FDA57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1DBB0-C53F-9742-9404-2AB3B12CE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B9AD1-7543-BA40-9319-8C2795EF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08E6A-1E86-AA40-9DF4-1C643332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CC23AC-9AB8-284F-B2E2-131486BD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61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8B63-6B50-C242-AFF9-234EA38E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B218C-81D0-D447-83E0-2B83C13F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2902-B8B4-324A-8B84-6FD8FBC0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3A0B1-6848-554E-9A0B-5AA8AD21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3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BB001-3906-7046-A9CE-2A952F24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E4638-9C21-1D42-B050-91DD658D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F7D75-213F-144E-A687-9000E87E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C8B0-F76A-2E46-BBF8-7AD72018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3A8E-7A3C-7941-A298-863044C14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C4859-FBCE-6846-B281-15950E5AF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E15FF-AE6E-E247-BC67-70A364AA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882CD-775C-A140-9F1E-788AD8AF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0F359-A196-204E-B310-E12B92C4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7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FA18-E26E-C34C-8D53-678957DD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045B78-2AA4-D646-A086-94FE95440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51B53-B5D4-AC4D-B80A-44AF2D849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F631-0B97-8940-8144-541206A8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E23DA-8974-C144-9807-2E061713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B27DC-F4DC-264D-AD28-53CE9046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2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B3E4-5E06-B44E-81D6-F7F78AE6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3FC24-DE3B-AF47-971F-966A59D87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DD93-4098-8047-9DEB-50721BDC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189D4-182F-0140-A8F8-D82FD11B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B968B-9251-3546-AEFF-55CD3CCF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00288-634F-E54B-A457-FC2DB3CE4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DC675-D36B-A046-B073-8AE6795B3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DCF8-A5A8-6443-B1C7-6431BD24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FC19-9687-AB4C-9069-7C7B8F54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109C-AC08-C840-B648-411FC718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06714-BA80-EC49-9D6E-FD5D0581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C5D4B-6E59-EF4C-97AE-77D94A0E1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4050-E28E-134D-9C2B-45C7B74D0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56F4B-7F3E-DA4B-8D45-2CDAB8308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C7151-4139-C643-B5B6-ED1C33B4D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FE5F3-2CE4-034F-BD74-26A5746C6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E1464-F57C-2744-AF21-EFAD36EA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7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D0EE-9D3C-F54D-96F5-6C07DE110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noProof="0" dirty="0"/>
              <a:t>Introdução a Sistemática Filogenética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59F3F-CC3E-0D47-B155-1E3C7C971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noProof="0" dirty="0"/>
              <a:t>Carolina M. Siniscalchi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1D83451-36CE-DE41-A28A-DF2B1F33580B}"/>
              </a:ext>
            </a:extLst>
          </p:cNvPr>
          <p:cNvSpPr txBox="1">
            <a:spLocks/>
          </p:cNvSpPr>
          <p:nvPr/>
        </p:nvSpPr>
        <p:spPr>
          <a:xfrm>
            <a:off x="1524000" y="6271707"/>
            <a:ext cx="9144000" cy="442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Outubro 2026</a:t>
            </a:r>
          </a:p>
        </p:txBody>
      </p:sp>
    </p:spTree>
    <p:extLst>
      <p:ext uri="{BB962C8B-B14F-4D97-AF65-F5344CB8AC3E}">
        <p14:creationId xmlns:p14="http://schemas.microsoft.com/office/powerpoint/2010/main" val="360601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Histórico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0538202-8BB0-EC45-83A0-C7BE7E56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521" y="4037604"/>
            <a:ext cx="4049485" cy="2820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3A21BC-0443-C743-A498-C7A612B76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449" y="1047662"/>
            <a:ext cx="2260557" cy="2820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260995" y="1355891"/>
            <a:ext cx="8361512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Seres humanos gostam de classificar e agrupar coisas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Primeiras classificações datam da época de Aristóteles (384–322 BC)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A maioria das classificações agrupam organismos com base em afinidades morfológicas</a:t>
            </a:r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200935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endParaRPr lang="pt-BR" sz="32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64567" y="1410355"/>
            <a:ext cx="870883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18</a:t>
            </a:r>
            <a:r>
              <a:rPr lang="pt-BR" sz="2800" baseline="30000" noProof="0" dirty="0"/>
              <a:t>th</a:t>
            </a:r>
            <a:r>
              <a:rPr lang="pt-BR" sz="2800" noProof="0" dirty="0"/>
              <a:t> </a:t>
            </a:r>
            <a:r>
              <a:rPr lang="pt-BR" sz="2800" noProof="0" dirty="0" err="1"/>
              <a:t>century</a:t>
            </a:r>
            <a:r>
              <a:rPr lang="pt-BR" sz="2800" noProof="0" dirty="0"/>
              <a:t>: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search</a:t>
            </a:r>
            <a:r>
              <a:rPr lang="pt-BR" sz="2800" noProof="0" dirty="0"/>
              <a:t> for </a:t>
            </a:r>
            <a:r>
              <a:rPr lang="pt-BR" sz="2800" i="1" noProof="0" dirty="0"/>
              <a:t>natural </a:t>
            </a:r>
            <a:r>
              <a:rPr lang="pt-BR" sz="2800" noProof="0" dirty="0" err="1"/>
              <a:t>groups</a:t>
            </a:r>
            <a:endParaRPr lang="pt-BR" sz="2800" noProof="0" dirty="0"/>
          </a:p>
          <a:p>
            <a:pPr>
              <a:spcAft>
                <a:spcPts val="600"/>
              </a:spcAft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What</a:t>
            </a:r>
            <a:r>
              <a:rPr lang="pt-BR" sz="2800" noProof="0" dirty="0"/>
              <a:t> </a:t>
            </a:r>
            <a:r>
              <a:rPr lang="pt-BR" sz="2800" noProof="0" dirty="0" err="1"/>
              <a:t>is</a:t>
            </a:r>
            <a:r>
              <a:rPr lang="pt-BR" sz="2800" noProof="0" dirty="0"/>
              <a:t> natural?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Synthetic</a:t>
            </a:r>
            <a:r>
              <a:rPr lang="pt-BR" sz="2800" noProof="0" dirty="0"/>
              <a:t> </a:t>
            </a:r>
            <a:r>
              <a:rPr lang="pt-BR" sz="2800" noProof="0" dirty="0" err="1"/>
              <a:t>classifications</a:t>
            </a:r>
            <a:r>
              <a:rPr lang="pt-BR" sz="2800" noProof="0" dirty="0"/>
              <a:t>: </a:t>
            </a:r>
            <a:r>
              <a:rPr lang="pt-BR" sz="2800" noProof="0" dirty="0" err="1"/>
              <a:t>used</a:t>
            </a:r>
            <a:r>
              <a:rPr lang="pt-BR" sz="2800" noProof="0" dirty="0"/>
              <a:t> </a:t>
            </a:r>
            <a:r>
              <a:rPr lang="pt-BR" sz="2800" noProof="0" dirty="0" err="1"/>
              <a:t>one</a:t>
            </a:r>
            <a:r>
              <a:rPr lang="pt-BR" sz="2800" noProof="0" dirty="0"/>
              <a:t> </a:t>
            </a:r>
            <a:r>
              <a:rPr lang="pt-BR" sz="2800" noProof="0" dirty="0" err="1"/>
              <a:t>or</a:t>
            </a:r>
            <a:r>
              <a:rPr lang="pt-BR" sz="2800" noProof="0" dirty="0"/>
              <a:t> </a:t>
            </a:r>
            <a:r>
              <a:rPr lang="pt-BR" sz="2800" noProof="0" dirty="0" err="1"/>
              <a:t>few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characters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successively</a:t>
            </a:r>
            <a:r>
              <a:rPr lang="pt-BR" sz="2800" noProof="0" dirty="0"/>
              <a:t> divide </a:t>
            </a:r>
            <a:r>
              <a:rPr lang="pt-BR" sz="2800" noProof="0" dirty="0" err="1"/>
              <a:t>groups</a:t>
            </a: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Linnaeus – </a:t>
            </a:r>
            <a:r>
              <a:rPr lang="pt-BR" sz="2800" i="1" noProof="0" dirty="0" err="1"/>
              <a:t>Systema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Naturae</a:t>
            </a:r>
            <a:r>
              <a:rPr lang="pt-BR" sz="2800" i="1" noProof="0" dirty="0"/>
              <a:t> </a:t>
            </a:r>
            <a:r>
              <a:rPr lang="pt-BR" sz="2800" noProof="0" dirty="0"/>
              <a:t>(1735): </a:t>
            </a:r>
            <a:r>
              <a:rPr lang="pt-BR" sz="2800" noProof="0" dirty="0" err="1"/>
              <a:t>establishes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hierarchical</a:t>
            </a:r>
            <a:r>
              <a:rPr lang="pt-BR" sz="2800" noProof="0" dirty="0"/>
              <a:t> </a:t>
            </a:r>
            <a:r>
              <a:rPr lang="pt-BR" sz="2800" noProof="0" dirty="0" err="1"/>
              <a:t>classification</a:t>
            </a:r>
            <a:r>
              <a:rPr lang="pt-BR" sz="2800" noProof="0" dirty="0"/>
              <a:t> system still in use </a:t>
            </a:r>
            <a:r>
              <a:rPr lang="pt-BR" sz="2800" noProof="0" dirty="0" err="1"/>
              <a:t>today</a:t>
            </a:r>
            <a:endParaRPr lang="pt-BR" sz="2800" noProof="0" dirty="0"/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747A09-397A-EF4B-A6B8-8BEB09546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644" y="673792"/>
            <a:ext cx="2185889" cy="2681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490982-11FC-2047-BAC3-C10EA233A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533" y="820033"/>
            <a:ext cx="2025473" cy="2515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F7CFFD-E949-554F-AFBC-0826AB2D9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900" y="3831203"/>
            <a:ext cx="2225106" cy="26812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9E5A8D-9B9E-FF40-A3F5-189D375299C8}"/>
              </a:ext>
            </a:extLst>
          </p:cNvPr>
          <p:cNvSpPr txBox="1"/>
          <p:nvPr/>
        </p:nvSpPr>
        <p:spPr>
          <a:xfrm>
            <a:off x="8525962" y="3231002"/>
            <a:ext cx="1179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Tournefort</a:t>
            </a:r>
            <a:endParaRPr lang="pt-BR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6F1B45-1400-4341-9868-4FB25587F3C8}"/>
              </a:ext>
            </a:extLst>
          </p:cNvPr>
          <p:cNvSpPr txBox="1"/>
          <p:nvPr/>
        </p:nvSpPr>
        <p:spPr>
          <a:xfrm>
            <a:off x="11081093" y="3214039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Jussieu</a:t>
            </a:r>
            <a:endParaRPr lang="pt-B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161A13-C330-4648-A8A4-E8A2059C63AD}"/>
              </a:ext>
            </a:extLst>
          </p:cNvPr>
          <p:cNvSpPr txBox="1"/>
          <p:nvPr/>
        </p:nvSpPr>
        <p:spPr>
          <a:xfrm>
            <a:off x="10818453" y="6475025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Linnaeus</a:t>
            </a:r>
          </a:p>
        </p:txBody>
      </p:sp>
    </p:spTree>
    <p:extLst>
      <p:ext uri="{BB962C8B-B14F-4D97-AF65-F5344CB8AC3E}">
        <p14:creationId xmlns:p14="http://schemas.microsoft.com/office/powerpoint/2010/main" val="307527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endParaRPr lang="pt-BR" sz="32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0" y="1682368"/>
            <a:ext cx="7657033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Darwin – </a:t>
            </a:r>
            <a:r>
              <a:rPr lang="pt-BR" sz="2800" i="1" noProof="0" dirty="0" err="1"/>
              <a:t>On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the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Origin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of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the</a:t>
            </a:r>
            <a:r>
              <a:rPr lang="pt-BR" sz="2800" i="1" noProof="0" dirty="0"/>
              <a:t> </a:t>
            </a:r>
            <a:r>
              <a:rPr lang="pt-BR" sz="2800" i="1" noProof="0" dirty="0" err="1"/>
              <a:t>Species</a:t>
            </a:r>
            <a:r>
              <a:rPr lang="pt-BR" sz="2800" i="1" noProof="0" dirty="0"/>
              <a:t> </a:t>
            </a:r>
            <a:r>
              <a:rPr lang="pt-BR" sz="2800" noProof="0" dirty="0"/>
              <a:t>(1859): </a:t>
            </a:r>
            <a:r>
              <a:rPr lang="pt-BR" sz="2800" noProof="0" dirty="0" err="1"/>
              <a:t>evolutionary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First</a:t>
            </a:r>
            <a:r>
              <a:rPr lang="pt-BR" sz="2800" noProof="0" dirty="0"/>
              <a:t> </a:t>
            </a:r>
            <a:r>
              <a:rPr lang="pt-BR" sz="2800" noProof="0" dirty="0" err="1"/>
              <a:t>depiction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an</a:t>
            </a:r>
            <a:r>
              <a:rPr lang="pt-BR" sz="2800" noProof="0" dirty="0"/>
              <a:t> </a:t>
            </a:r>
            <a:r>
              <a:rPr lang="pt-BR" sz="2800" noProof="0" dirty="0" err="1"/>
              <a:t>evolutionary</a:t>
            </a:r>
            <a:r>
              <a:rPr lang="pt-BR" sz="2800" noProof="0" dirty="0"/>
              <a:t> </a:t>
            </a:r>
            <a:r>
              <a:rPr lang="pt-BR" sz="2800" noProof="0" dirty="0" err="1"/>
              <a:t>tree</a:t>
            </a:r>
            <a:r>
              <a:rPr lang="pt-BR" sz="2800" noProof="0" dirty="0"/>
              <a:t> (1837)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The </a:t>
            </a:r>
            <a:r>
              <a:rPr lang="pt-BR" sz="2800" noProof="0" dirty="0" err="1"/>
              <a:t>idea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“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” </a:t>
            </a:r>
            <a:r>
              <a:rPr lang="pt-BR" sz="2800" noProof="0" dirty="0" err="1"/>
              <a:t>among</a:t>
            </a:r>
            <a:r>
              <a:rPr lang="pt-BR" sz="2800" noProof="0" dirty="0"/>
              <a:t> </a:t>
            </a:r>
            <a:r>
              <a:rPr lang="pt-BR" sz="2800" noProof="0" dirty="0" err="1"/>
              <a:t>groups</a:t>
            </a:r>
            <a:r>
              <a:rPr lang="pt-BR" sz="2800" noProof="0" dirty="0"/>
              <a:t> </a:t>
            </a:r>
            <a:r>
              <a:rPr lang="pt-BR" sz="2800" noProof="0" dirty="0" err="1"/>
              <a:t>becomes</a:t>
            </a:r>
            <a:r>
              <a:rPr lang="pt-BR" sz="2800" noProof="0" dirty="0"/>
              <a:t> more </a:t>
            </a:r>
            <a:r>
              <a:rPr lang="pt-BR" sz="2800" noProof="0" dirty="0" err="1"/>
              <a:t>evident</a:t>
            </a:r>
            <a:r>
              <a:rPr lang="pt-BR" sz="2800" noProof="0" dirty="0"/>
              <a:t> in </a:t>
            </a:r>
            <a:r>
              <a:rPr lang="pt-BR" sz="2800" noProof="0" dirty="0" err="1"/>
              <a:t>classifications</a:t>
            </a:r>
            <a:endParaRPr lang="pt-BR" sz="2800" noProof="0" dirty="0"/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E00CD-234C-884E-BB14-52471B4D6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327" y="752668"/>
            <a:ext cx="3614747" cy="58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73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endParaRPr lang="pt-BR" sz="32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1" y="1682368"/>
            <a:ext cx="676365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Tree</a:t>
            </a:r>
            <a:r>
              <a:rPr lang="pt-BR" sz="2800" noProof="0" dirty="0"/>
              <a:t>-like </a:t>
            </a:r>
            <a:r>
              <a:rPr lang="pt-BR" sz="2800" noProof="0" dirty="0" err="1"/>
              <a:t>diagrams</a:t>
            </a:r>
            <a:r>
              <a:rPr lang="pt-BR" sz="2800" noProof="0" dirty="0"/>
              <a:t> start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appear</a:t>
            </a: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No real </a:t>
            </a:r>
            <a:r>
              <a:rPr lang="pt-BR" sz="2800" noProof="0" dirty="0" err="1"/>
              <a:t>inference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evolutionary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, still </a:t>
            </a:r>
            <a:r>
              <a:rPr lang="pt-BR" sz="2800" noProof="0" dirty="0" err="1"/>
              <a:t>based</a:t>
            </a:r>
            <a:r>
              <a:rPr lang="pt-BR" sz="2800" noProof="0" dirty="0"/>
              <a:t> </a:t>
            </a:r>
            <a:r>
              <a:rPr lang="pt-BR" sz="2800" noProof="0" dirty="0" err="1"/>
              <a:t>on</a:t>
            </a:r>
            <a:r>
              <a:rPr lang="pt-BR" sz="2800" noProof="0" dirty="0"/>
              <a:t> </a:t>
            </a:r>
            <a:r>
              <a:rPr lang="pt-BR" sz="2800" noProof="0" dirty="0" err="1"/>
              <a:t>assumptions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morphological</a:t>
            </a:r>
            <a:r>
              <a:rPr lang="pt-BR" sz="2800" noProof="0" dirty="0"/>
              <a:t> </a:t>
            </a:r>
            <a:r>
              <a:rPr lang="pt-BR" sz="2800" noProof="0" dirty="0" err="1"/>
              <a:t>similarity</a:t>
            </a:r>
            <a:endParaRPr lang="pt-BR" sz="2800" noProof="0" dirty="0"/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4BA93-253C-CD40-B40F-60EF5374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58" y="708119"/>
            <a:ext cx="3277812" cy="4180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C85592-AF4B-0649-804D-7BCB5493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989" y="3658133"/>
            <a:ext cx="3416261" cy="28310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B7CA8E-87AC-5E41-AE66-E016B57C3A0E}"/>
              </a:ext>
            </a:extLst>
          </p:cNvPr>
          <p:cNvSpPr txBox="1"/>
          <p:nvPr/>
        </p:nvSpPr>
        <p:spPr>
          <a:xfrm>
            <a:off x="6908330" y="4704335"/>
            <a:ext cx="134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Bessey</a:t>
            </a:r>
            <a:r>
              <a:rPr lang="pt-BR" noProof="0" dirty="0"/>
              <a:t> 1915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173EB-0AA9-E249-9B6D-7E58D5700F53}"/>
              </a:ext>
            </a:extLst>
          </p:cNvPr>
          <p:cNvSpPr txBox="1"/>
          <p:nvPr/>
        </p:nvSpPr>
        <p:spPr>
          <a:xfrm>
            <a:off x="10411547" y="6488668"/>
            <a:ext cx="16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Cronquist</a:t>
            </a:r>
            <a:r>
              <a:rPr lang="pt-BR" noProof="0" dirty="0"/>
              <a:t> 1988</a:t>
            </a:r>
          </a:p>
        </p:txBody>
      </p:sp>
    </p:spTree>
    <p:extLst>
      <p:ext uri="{BB962C8B-B14F-4D97-AF65-F5344CB8AC3E}">
        <p14:creationId xmlns:p14="http://schemas.microsoft.com/office/powerpoint/2010/main" val="54609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0" y="1150805"/>
            <a:ext cx="741546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/>
              <a:t>Willi </a:t>
            </a:r>
            <a:r>
              <a:rPr lang="pt-BR" sz="2800" noProof="0" dirty="0" err="1"/>
              <a:t>Hennig</a:t>
            </a:r>
            <a:r>
              <a:rPr lang="pt-BR" sz="2800" noProof="0" dirty="0"/>
              <a:t> –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Systematics</a:t>
            </a:r>
            <a:r>
              <a:rPr lang="pt-BR" sz="2800" noProof="0" dirty="0"/>
              <a:t> (1950)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Three</a:t>
            </a:r>
            <a:r>
              <a:rPr lang="pt-BR" sz="2800" noProof="0" dirty="0"/>
              <a:t> </a:t>
            </a:r>
            <a:r>
              <a:rPr lang="pt-BR" sz="2800" noProof="0" dirty="0" err="1"/>
              <a:t>questions</a:t>
            </a:r>
            <a:r>
              <a:rPr lang="pt-BR" sz="2800" noProof="0" dirty="0"/>
              <a:t>: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What</a:t>
            </a:r>
            <a:r>
              <a:rPr lang="pt-BR" sz="2800" noProof="0" dirty="0"/>
              <a:t> </a:t>
            </a:r>
            <a:r>
              <a:rPr lang="pt-BR" sz="2800" noProof="0" dirty="0" err="1"/>
              <a:t>is</a:t>
            </a:r>
            <a:r>
              <a:rPr lang="pt-BR" sz="2800" noProof="0" dirty="0"/>
              <a:t> a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</a:t>
            </a:r>
            <a:r>
              <a:rPr lang="pt-BR" sz="2800" noProof="0" dirty="0"/>
              <a:t>?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How</a:t>
            </a:r>
            <a:r>
              <a:rPr lang="pt-BR" sz="2800" noProof="0" dirty="0"/>
              <a:t> are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</a:t>
            </a:r>
            <a:r>
              <a:rPr lang="pt-BR" sz="2800" noProof="0" dirty="0" err="1"/>
              <a:t>established</a:t>
            </a:r>
            <a:r>
              <a:rPr lang="pt-BR" sz="2800" noProof="0" dirty="0"/>
              <a:t>?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How</a:t>
            </a:r>
            <a:r>
              <a:rPr lang="pt-BR" sz="2800" noProof="0" dirty="0"/>
              <a:t> </a:t>
            </a:r>
            <a:r>
              <a:rPr lang="pt-BR" sz="2800" noProof="0" dirty="0" err="1"/>
              <a:t>can</a:t>
            </a:r>
            <a:r>
              <a:rPr lang="pt-BR" sz="2800" noProof="0" dirty="0"/>
              <a:t> </a:t>
            </a:r>
            <a:r>
              <a:rPr lang="pt-BR" sz="2800" noProof="0" dirty="0" err="1"/>
              <a:t>one</a:t>
            </a:r>
            <a:r>
              <a:rPr lang="pt-BR" sz="2800" noProof="0" dirty="0"/>
              <a:t> </a:t>
            </a:r>
            <a:r>
              <a:rPr lang="pt-BR" sz="2800" noProof="0" dirty="0" err="1"/>
              <a:t>express</a:t>
            </a:r>
            <a:r>
              <a:rPr lang="pt-BR" sz="2800" noProof="0" dirty="0"/>
              <a:t> </a:t>
            </a:r>
            <a:r>
              <a:rPr lang="pt-BR" sz="2800" noProof="0" dirty="0" err="1"/>
              <a:t>these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?</a:t>
            </a:r>
          </a:p>
          <a:p>
            <a:pPr marL="137160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F8F9B-10A1-F940-9B56-C57E834CB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457" y="3429000"/>
            <a:ext cx="2448180" cy="3235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7DE775-A8BC-E640-A182-3CB71747D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3452510"/>
            <a:ext cx="1987121" cy="32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17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-39616" y="638741"/>
            <a:ext cx="11912302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What</a:t>
            </a:r>
            <a:r>
              <a:rPr lang="pt-BR" sz="2800" noProof="0" dirty="0"/>
              <a:t> </a:t>
            </a:r>
            <a:r>
              <a:rPr lang="pt-BR" sz="2800" noProof="0" dirty="0" err="1"/>
              <a:t>is</a:t>
            </a:r>
            <a:r>
              <a:rPr lang="pt-BR" sz="2800" noProof="0" dirty="0"/>
              <a:t> a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</a:t>
            </a:r>
            <a:r>
              <a:rPr lang="pt-BR" sz="2800" noProof="0" dirty="0"/>
              <a:t>?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/>
          </a:p>
          <a:p>
            <a:pPr lvl="1">
              <a:spcAft>
                <a:spcPts val="600"/>
              </a:spcAft>
            </a:pP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are </a:t>
            </a:r>
            <a:r>
              <a:rPr lang="pt-BR" sz="2800" noProof="0" dirty="0" err="1"/>
              <a:t>expressed</a:t>
            </a:r>
            <a:r>
              <a:rPr lang="pt-BR" sz="2800" noProof="0" dirty="0"/>
              <a:t> as a series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nested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</a:t>
            </a:r>
            <a:r>
              <a:rPr lang="pt-BR" sz="2800" noProof="0" dirty="0" err="1"/>
              <a:t>were</a:t>
            </a:r>
            <a:r>
              <a:rPr lang="pt-BR" sz="2800" noProof="0" dirty="0"/>
              <a:t> 2 taxa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(</a:t>
            </a:r>
            <a:r>
              <a:rPr lang="pt-BR" sz="2800" noProof="0" dirty="0" err="1"/>
              <a:t>sister</a:t>
            </a:r>
            <a:r>
              <a:rPr lang="pt-BR" sz="2800" noProof="0" dirty="0"/>
              <a:t>-taxa)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among</a:t>
            </a:r>
            <a:r>
              <a:rPr lang="pt-BR" sz="2800" noProof="0" dirty="0"/>
              <a:t> </a:t>
            </a:r>
            <a:r>
              <a:rPr lang="pt-BR" sz="2800" noProof="0" dirty="0" err="1"/>
              <a:t>themselves</a:t>
            </a:r>
            <a:r>
              <a:rPr lang="pt-BR" sz="2800" noProof="0" dirty="0"/>
              <a:t> </a:t>
            </a:r>
            <a:r>
              <a:rPr lang="pt-BR" sz="2800" noProof="0" dirty="0" err="1"/>
              <a:t>than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a 3</a:t>
            </a:r>
            <a:r>
              <a:rPr lang="pt-BR" sz="2800" baseline="30000" noProof="0" dirty="0"/>
              <a:t>rd</a:t>
            </a:r>
            <a:r>
              <a:rPr lang="pt-BR" sz="2800" noProof="0" dirty="0"/>
              <a:t> </a:t>
            </a:r>
            <a:r>
              <a:rPr lang="pt-BR" sz="2800" noProof="0" dirty="0" err="1"/>
              <a:t>taxon</a:t>
            </a:r>
            <a:endParaRPr lang="pt-BR" sz="2800" noProof="0" dirty="0"/>
          </a:p>
          <a:p>
            <a:pPr lvl="2">
              <a:spcAft>
                <a:spcPts val="600"/>
              </a:spcAft>
            </a:pPr>
            <a:endParaRPr lang="pt-BR" sz="28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7DE775-A8BC-E640-A182-3CB71747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428" y="3573167"/>
            <a:ext cx="1987121" cy="321226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163837B-37C8-D04C-9919-FE60854DE8AD}"/>
              </a:ext>
            </a:extLst>
          </p:cNvPr>
          <p:cNvGrpSpPr/>
          <p:nvPr/>
        </p:nvGrpSpPr>
        <p:grpSpPr>
          <a:xfrm>
            <a:off x="1213338" y="4625163"/>
            <a:ext cx="3071583" cy="1951483"/>
            <a:chOff x="1213338" y="4067991"/>
            <a:chExt cx="3552093" cy="2508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F64186-E756-FE47-89D7-350D7C2EBB08}"/>
                </a:ext>
              </a:extLst>
            </p:cNvPr>
            <p:cNvCxnSpPr/>
            <p:nvPr/>
          </p:nvCxnSpPr>
          <p:spPr>
            <a:xfrm flipH="1">
              <a:off x="2356338" y="4097215"/>
              <a:ext cx="2409093" cy="24794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9F1A91-B7BA-A049-A043-240303A7870F}"/>
                </a:ext>
              </a:extLst>
            </p:cNvPr>
            <p:cNvCxnSpPr>
              <a:cxnSpLocks/>
            </p:cNvCxnSpPr>
            <p:nvPr/>
          </p:nvCxnSpPr>
          <p:spPr>
            <a:xfrm>
              <a:off x="1213338" y="4097215"/>
              <a:ext cx="1506417" cy="21057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0E34A8-F410-954C-A52D-CE615D6E2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474" y="4076700"/>
              <a:ext cx="1151543" cy="15847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9BB7D4-5525-4545-B3B5-58C83833FE7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4067991"/>
              <a:ext cx="786788" cy="10063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6B58CB-9E52-6347-8936-F6B05D8C343F}"/>
              </a:ext>
            </a:extLst>
          </p:cNvPr>
          <p:cNvSpPr txBox="1"/>
          <p:nvPr/>
        </p:nvSpPr>
        <p:spPr>
          <a:xfrm>
            <a:off x="3936108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EAF80-218D-3544-BC7C-A639B0F64FF3}"/>
              </a:ext>
            </a:extLst>
          </p:cNvPr>
          <p:cNvSpPr txBox="1"/>
          <p:nvPr/>
        </p:nvSpPr>
        <p:spPr>
          <a:xfrm>
            <a:off x="2451002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9561A-6DBF-EA4B-A4B9-3F1D574D8278}"/>
              </a:ext>
            </a:extLst>
          </p:cNvPr>
          <p:cNvSpPr txBox="1"/>
          <p:nvPr/>
        </p:nvSpPr>
        <p:spPr>
          <a:xfrm>
            <a:off x="882245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A087-7C2B-FE43-96B6-329042D89C1E}"/>
              </a:ext>
            </a:extLst>
          </p:cNvPr>
          <p:cNvSpPr txBox="1"/>
          <p:nvPr/>
        </p:nvSpPr>
        <p:spPr>
          <a:xfrm>
            <a:off x="1591283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🍍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C8728010-86C9-464D-8003-2C2223628322}"/>
              </a:ext>
            </a:extLst>
          </p:cNvPr>
          <p:cNvSpPr/>
          <p:nvPr/>
        </p:nvSpPr>
        <p:spPr>
          <a:xfrm rot="16200000">
            <a:off x="3334562" y="2746801"/>
            <a:ext cx="412955" cy="2185391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03D50-99D6-C943-A32B-F6C6CC892024}"/>
              </a:ext>
            </a:extLst>
          </p:cNvPr>
          <p:cNvSpPr txBox="1"/>
          <p:nvPr/>
        </p:nvSpPr>
        <p:spPr>
          <a:xfrm>
            <a:off x="2881259" y="3203052"/>
            <a:ext cx="183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Sister-</a:t>
            </a:r>
            <a:r>
              <a:rPr lang="pt-BR" noProof="0" dirty="0" err="1"/>
              <a:t>groups</a:t>
            </a:r>
            <a:endParaRPr lang="pt-BR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65AF7A-95D8-824A-8A9E-6C237A5102FE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375406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-348343" y="684518"/>
            <a:ext cx="101270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How</a:t>
            </a:r>
            <a:r>
              <a:rPr lang="pt-BR" sz="2800" noProof="0" dirty="0"/>
              <a:t> are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</a:t>
            </a:r>
            <a:r>
              <a:rPr lang="pt-BR" sz="2800" noProof="0" dirty="0" err="1"/>
              <a:t>established</a:t>
            </a:r>
            <a:r>
              <a:rPr lang="pt-BR" sz="2800" noProof="0" dirty="0"/>
              <a:t>?</a:t>
            </a:r>
          </a:p>
          <a:p>
            <a:pPr lvl="1">
              <a:spcAft>
                <a:spcPts val="600"/>
              </a:spcAft>
            </a:pPr>
            <a:endParaRPr lang="pt-BR" sz="2800" noProof="0" dirty="0"/>
          </a:p>
          <a:p>
            <a:pPr lvl="2">
              <a:spcAft>
                <a:spcPts val="600"/>
              </a:spcAft>
            </a:pPr>
            <a:r>
              <a:rPr lang="pt-BR" sz="2800" noProof="0" dirty="0"/>
              <a:t>Sister </a:t>
            </a:r>
            <a:r>
              <a:rPr lang="pt-BR" sz="2800" noProof="0" dirty="0" err="1"/>
              <a:t>group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are </a:t>
            </a:r>
            <a:r>
              <a:rPr lang="pt-BR" sz="2800" noProof="0" dirty="0" err="1"/>
              <a:t>established</a:t>
            </a:r>
            <a:r>
              <a:rPr lang="pt-BR" sz="2800" noProof="0" dirty="0"/>
              <a:t> </a:t>
            </a:r>
            <a:r>
              <a:rPr lang="pt-BR" sz="2800" noProof="0" dirty="0" err="1"/>
              <a:t>by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presence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a </a:t>
            </a:r>
            <a:r>
              <a:rPr lang="pt-BR" sz="2800" noProof="0" dirty="0" err="1"/>
              <a:t>derived</a:t>
            </a:r>
            <a:r>
              <a:rPr lang="pt-BR" sz="2800" noProof="0" dirty="0"/>
              <a:t> </a:t>
            </a:r>
            <a:r>
              <a:rPr lang="pt-BR" sz="2800" noProof="0" dirty="0" err="1"/>
              <a:t>similarity</a:t>
            </a:r>
            <a:r>
              <a:rPr lang="pt-BR" sz="2800" noProof="0" dirty="0"/>
              <a:t> (</a:t>
            </a:r>
            <a:r>
              <a:rPr lang="pt-BR" sz="2800" noProof="0" dirty="0" err="1"/>
              <a:t>synapomorphy</a:t>
            </a:r>
            <a:r>
              <a:rPr lang="pt-BR" sz="2800" noProof="0" dirty="0"/>
              <a:t>), </a:t>
            </a:r>
            <a:r>
              <a:rPr lang="pt-BR" sz="2800" noProof="0" dirty="0" err="1"/>
              <a:t>shared</a:t>
            </a:r>
            <a:r>
              <a:rPr lang="pt-BR" sz="2800" noProof="0" dirty="0"/>
              <a:t> </a:t>
            </a:r>
            <a:r>
              <a:rPr lang="pt-BR" sz="2800" noProof="0" dirty="0" err="1"/>
              <a:t>by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sister</a:t>
            </a:r>
            <a:r>
              <a:rPr lang="pt-BR" sz="2800" noProof="0" dirty="0"/>
              <a:t> taxa </a:t>
            </a:r>
            <a:r>
              <a:rPr lang="pt-BR" sz="2800" noProof="0" dirty="0" err="1"/>
              <a:t>but</a:t>
            </a:r>
            <a:r>
              <a:rPr lang="pt-BR" sz="2800" noProof="0" dirty="0"/>
              <a:t> </a:t>
            </a:r>
            <a:r>
              <a:rPr lang="pt-BR" sz="2800" noProof="0" dirty="0" err="1"/>
              <a:t>absent</a:t>
            </a:r>
            <a:r>
              <a:rPr lang="pt-BR" sz="2800" noProof="0" dirty="0"/>
              <a:t> in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others</a:t>
            </a:r>
            <a:r>
              <a:rPr lang="pt-BR" sz="2800" noProof="0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7DE775-A8BC-E640-A182-3CB71747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428" y="3573167"/>
            <a:ext cx="1987121" cy="321226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163837B-37C8-D04C-9919-FE60854DE8AD}"/>
              </a:ext>
            </a:extLst>
          </p:cNvPr>
          <p:cNvGrpSpPr/>
          <p:nvPr/>
        </p:nvGrpSpPr>
        <p:grpSpPr>
          <a:xfrm>
            <a:off x="1213338" y="4625163"/>
            <a:ext cx="3071583" cy="1951483"/>
            <a:chOff x="1213338" y="4067991"/>
            <a:chExt cx="3552093" cy="2508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F64186-E756-FE47-89D7-350D7C2EBB08}"/>
                </a:ext>
              </a:extLst>
            </p:cNvPr>
            <p:cNvCxnSpPr/>
            <p:nvPr/>
          </p:nvCxnSpPr>
          <p:spPr>
            <a:xfrm flipH="1">
              <a:off x="2356338" y="4097215"/>
              <a:ext cx="2409093" cy="24794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9F1A91-B7BA-A049-A043-240303A7870F}"/>
                </a:ext>
              </a:extLst>
            </p:cNvPr>
            <p:cNvCxnSpPr>
              <a:cxnSpLocks/>
            </p:cNvCxnSpPr>
            <p:nvPr/>
          </p:nvCxnSpPr>
          <p:spPr>
            <a:xfrm>
              <a:off x="1213338" y="4097215"/>
              <a:ext cx="1506417" cy="21057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0E34A8-F410-954C-A52D-CE615D6E2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474" y="4076700"/>
              <a:ext cx="1151543" cy="15847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9BB7D4-5525-4545-B3B5-58C83833FE7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4067991"/>
              <a:ext cx="786788" cy="10063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6B58CB-9E52-6347-8936-F6B05D8C343F}"/>
              </a:ext>
            </a:extLst>
          </p:cNvPr>
          <p:cNvSpPr txBox="1"/>
          <p:nvPr/>
        </p:nvSpPr>
        <p:spPr>
          <a:xfrm>
            <a:off x="3936108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EAF80-218D-3544-BC7C-A639B0F64FF3}"/>
              </a:ext>
            </a:extLst>
          </p:cNvPr>
          <p:cNvSpPr txBox="1"/>
          <p:nvPr/>
        </p:nvSpPr>
        <p:spPr>
          <a:xfrm>
            <a:off x="2451002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9561A-6DBF-EA4B-A4B9-3F1D574D8278}"/>
              </a:ext>
            </a:extLst>
          </p:cNvPr>
          <p:cNvSpPr txBox="1"/>
          <p:nvPr/>
        </p:nvSpPr>
        <p:spPr>
          <a:xfrm>
            <a:off x="882245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A087-7C2B-FE43-96B6-329042D89C1E}"/>
              </a:ext>
            </a:extLst>
          </p:cNvPr>
          <p:cNvSpPr txBox="1"/>
          <p:nvPr/>
        </p:nvSpPr>
        <p:spPr>
          <a:xfrm>
            <a:off x="1591283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🍍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C8728010-86C9-464D-8003-2C2223628322}"/>
              </a:ext>
            </a:extLst>
          </p:cNvPr>
          <p:cNvSpPr/>
          <p:nvPr/>
        </p:nvSpPr>
        <p:spPr>
          <a:xfrm rot="16200000">
            <a:off x="3334562" y="2746801"/>
            <a:ext cx="412955" cy="2185391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03D50-99D6-C943-A32B-F6C6CC892024}"/>
              </a:ext>
            </a:extLst>
          </p:cNvPr>
          <p:cNvSpPr txBox="1"/>
          <p:nvPr/>
        </p:nvSpPr>
        <p:spPr>
          <a:xfrm>
            <a:off x="2881259" y="3203052"/>
            <a:ext cx="183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Sister-</a:t>
            </a:r>
            <a:r>
              <a:rPr lang="pt-BR" noProof="0" dirty="0" err="1"/>
              <a:t>groups</a:t>
            </a:r>
            <a:endParaRPr lang="pt-BR" noProof="0" dirty="0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7F40B0C5-5D03-FF44-B3AB-BA293C69E896}"/>
              </a:ext>
            </a:extLst>
          </p:cNvPr>
          <p:cNvSpPr/>
          <p:nvPr/>
        </p:nvSpPr>
        <p:spPr>
          <a:xfrm>
            <a:off x="3258948" y="5117695"/>
            <a:ext cx="431325" cy="4277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3E66A9-F733-B446-97BC-81864645A7A3}"/>
              </a:ext>
            </a:extLst>
          </p:cNvPr>
          <p:cNvSpPr txBox="1"/>
          <p:nvPr/>
        </p:nvSpPr>
        <p:spPr>
          <a:xfrm>
            <a:off x="3755470" y="5242939"/>
            <a:ext cx="183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synapomorphy</a:t>
            </a:r>
            <a:endParaRPr lang="pt-BR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B2775-DE7A-1843-945C-1F263A5C75E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781578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13AFE2-99C7-2A43-8BC2-4900615645AC}"/>
              </a:ext>
            </a:extLst>
          </p:cNvPr>
          <p:cNvSpPr txBox="1"/>
          <p:nvPr/>
        </p:nvSpPr>
        <p:spPr>
          <a:xfrm>
            <a:off x="-348343" y="684518"/>
            <a:ext cx="1012704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/>
              <a:t>How</a:t>
            </a:r>
            <a:r>
              <a:rPr lang="pt-BR" sz="2800" noProof="0" dirty="0"/>
              <a:t> </a:t>
            </a:r>
            <a:r>
              <a:rPr lang="pt-BR" sz="2800" noProof="0" dirty="0" err="1"/>
              <a:t>can</a:t>
            </a:r>
            <a:r>
              <a:rPr lang="pt-BR" sz="2800" noProof="0" dirty="0"/>
              <a:t> </a:t>
            </a:r>
            <a:r>
              <a:rPr lang="pt-BR" sz="2800" noProof="0" dirty="0" err="1"/>
              <a:t>one</a:t>
            </a:r>
            <a:r>
              <a:rPr lang="pt-BR" sz="2800" noProof="0" dirty="0"/>
              <a:t> </a:t>
            </a:r>
            <a:r>
              <a:rPr lang="pt-BR" sz="2800" noProof="0" dirty="0" err="1"/>
              <a:t>express</a:t>
            </a:r>
            <a:r>
              <a:rPr lang="pt-BR" sz="2800" noProof="0" dirty="0"/>
              <a:t> </a:t>
            </a:r>
            <a:r>
              <a:rPr lang="pt-BR" sz="2800" noProof="0" dirty="0" err="1"/>
              <a:t>these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?</a:t>
            </a:r>
          </a:p>
          <a:p>
            <a:pPr lvl="1">
              <a:spcAft>
                <a:spcPts val="600"/>
              </a:spcAft>
            </a:pPr>
            <a:endParaRPr lang="pt-BR" sz="2800" noProof="0" dirty="0"/>
          </a:p>
          <a:p>
            <a:pPr lvl="2">
              <a:spcAft>
                <a:spcPts val="600"/>
              </a:spcAft>
            </a:pPr>
            <a:r>
              <a:rPr lang="pt-BR" sz="2800" noProof="0" dirty="0"/>
              <a:t>They </a:t>
            </a:r>
            <a:r>
              <a:rPr lang="pt-BR" sz="2800" noProof="0" dirty="0" err="1"/>
              <a:t>can</a:t>
            </a:r>
            <a:r>
              <a:rPr lang="pt-BR" sz="2800" noProof="0" dirty="0"/>
              <a:t> </a:t>
            </a:r>
            <a:r>
              <a:rPr lang="pt-BR" sz="2800" noProof="0" dirty="0" err="1"/>
              <a:t>be</a:t>
            </a:r>
            <a:r>
              <a:rPr lang="pt-BR" sz="2800" noProof="0" dirty="0"/>
              <a:t> </a:t>
            </a:r>
            <a:r>
              <a:rPr lang="pt-BR" sz="2800" noProof="0" dirty="0" err="1"/>
              <a:t>represented</a:t>
            </a:r>
            <a:r>
              <a:rPr lang="pt-BR" sz="2800" noProof="0" dirty="0"/>
              <a:t> in a </a:t>
            </a:r>
            <a:r>
              <a:rPr lang="pt-BR" sz="2800" noProof="0" dirty="0" err="1"/>
              <a:t>branched</a:t>
            </a:r>
            <a:r>
              <a:rPr lang="pt-BR" sz="2800" noProof="0" dirty="0"/>
              <a:t> </a:t>
            </a:r>
            <a:r>
              <a:rPr lang="pt-BR" sz="2800" noProof="0" dirty="0" err="1"/>
              <a:t>diagram</a:t>
            </a:r>
            <a:r>
              <a:rPr lang="pt-BR" sz="2800" noProof="0" dirty="0"/>
              <a:t> </a:t>
            </a:r>
            <a:r>
              <a:rPr lang="pt-BR" sz="2800" noProof="0" dirty="0" err="1"/>
              <a:t>that</a:t>
            </a:r>
            <a:r>
              <a:rPr lang="pt-BR" sz="2800" noProof="0" dirty="0"/>
              <a:t> </a:t>
            </a:r>
            <a:r>
              <a:rPr lang="pt-BR" sz="2800" noProof="0" dirty="0" err="1"/>
              <a:t>summarizes</a:t>
            </a:r>
            <a:r>
              <a:rPr lang="pt-BR" sz="2800" noProof="0" dirty="0"/>
              <a:t> </a:t>
            </a:r>
            <a:r>
              <a:rPr lang="pt-BR" sz="2800" noProof="0" dirty="0" err="1"/>
              <a:t>sister-group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r>
              <a:rPr lang="pt-BR" sz="2800" noProof="0" dirty="0"/>
              <a:t> – a </a:t>
            </a:r>
            <a:r>
              <a:rPr lang="pt-BR" sz="2800" noProof="0" dirty="0" err="1"/>
              <a:t>cladogram</a:t>
            </a:r>
            <a:r>
              <a:rPr lang="pt-BR" sz="2800" noProof="0" dirty="0"/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7DE775-A8BC-E640-A182-3CB71747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428" y="3573167"/>
            <a:ext cx="1987121" cy="321226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163837B-37C8-D04C-9919-FE60854DE8AD}"/>
              </a:ext>
            </a:extLst>
          </p:cNvPr>
          <p:cNvGrpSpPr/>
          <p:nvPr/>
        </p:nvGrpSpPr>
        <p:grpSpPr>
          <a:xfrm>
            <a:off x="1213338" y="4625163"/>
            <a:ext cx="3071583" cy="1951483"/>
            <a:chOff x="1213338" y="4067991"/>
            <a:chExt cx="3552093" cy="2508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F64186-E756-FE47-89D7-350D7C2EBB08}"/>
                </a:ext>
              </a:extLst>
            </p:cNvPr>
            <p:cNvCxnSpPr/>
            <p:nvPr/>
          </p:nvCxnSpPr>
          <p:spPr>
            <a:xfrm flipH="1">
              <a:off x="2356338" y="4097215"/>
              <a:ext cx="2409093" cy="24794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9F1A91-B7BA-A049-A043-240303A7870F}"/>
                </a:ext>
              </a:extLst>
            </p:cNvPr>
            <p:cNvCxnSpPr>
              <a:cxnSpLocks/>
            </p:cNvCxnSpPr>
            <p:nvPr/>
          </p:nvCxnSpPr>
          <p:spPr>
            <a:xfrm>
              <a:off x="1213338" y="4097215"/>
              <a:ext cx="1506417" cy="21057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0E34A8-F410-954C-A52D-CE615D6E2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474" y="4076700"/>
              <a:ext cx="1151543" cy="15847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9BB7D4-5525-4545-B3B5-58C83833FE7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4067991"/>
              <a:ext cx="786788" cy="10063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6B58CB-9E52-6347-8936-F6B05D8C343F}"/>
              </a:ext>
            </a:extLst>
          </p:cNvPr>
          <p:cNvSpPr txBox="1"/>
          <p:nvPr/>
        </p:nvSpPr>
        <p:spPr>
          <a:xfrm>
            <a:off x="3936108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EAF80-218D-3544-BC7C-A639B0F64FF3}"/>
              </a:ext>
            </a:extLst>
          </p:cNvPr>
          <p:cNvSpPr txBox="1"/>
          <p:nvPr/>
        </p:nvSpPr>
        <p:spPr>
          <a:xfrm>
            <a:off x="2451002" y="40142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9561A-6DBF-EA4B-A4B9-3F1D574D8278}"/>
              </a:ext>
            </a:extLst>
          </p:cNvPr>
          <p:cNvSpPr txBox="1"/>
          <p:nvPr/>
        </p:nvSpPr>
        <p:spPr>
          <a:xfrm>
            <a:off x="882245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A087-7C2B-FE43-96B6-329042D89C1E}"/>
              </a:ext>
            </a:extLst>
          </p:cNvPr>
          <p:cNvSpPr txBox="1"/>
          <p:nvPr/>
        </p:nvSpPr>
        <p:spPr>
          <a:xfrm>
            <a:off x="1591283" y="40032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🍍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C8728010-86C9-464D-8003-2C2223628322}"/>
              </a:ext>
            </a:extLst>
          </p:cNvPr>
          <p:cNvSpPr/>
          <p:nvPr/>
        </p:nvSpPr>
        <p:spPr>
          <a:xfrm rot="16200000">
            <a:off x="3334562" y="2746801"/>
            <a:ext cx="412955" cy="2185391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03D50-99D6-C943-A32B-F6C6CC892024}"/>
              </a:ext>
            </a:extLst>
          </p:cNvPr>
          <p:cNvSpPr txBox="1"/>
          <p:nvPr/>
        </p:nvSpPr>
        <p:spPr>
          <a:xfrm>
            <a:off x="2881259" y="3203052"/>
            <a:ext cx="183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Sister-</a:t>
            </a:r>
            <a:r>
              <a:rPr lang="pt-BR" noProof="0" dirty="0" err="1"/>
              <a:t>groups</a:t>
            </a:r>
            <a:endParaRPr lang="pt-BR" noProof="0" dirty="0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7F40B0C5-5D03-FF44-B3AB-BA293C69E896}"/>
              </a:ext>
            </a:extLst>
          </p:cNvPr>
          <p:cNvSpPr/>
          <p:nvPr/>
        </p:nvSpPr>
        <p:spPr>
          <a:xfrm>
            <a:off x="3258948" y="5117695"/>
            <a:ext cx="431325" cy="4277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3E66A9-F733-B446-97BC-81864645A7A3}"/>
              </a:ext>
            </a:extLst>
          </p:cNvPr>
          <p:cNvSpPr txBox="1"/>
          <p:nvPr/>
        </p:nvSpPr>
        <p:spPr>
          <a:xfrm>
            <a:off x="3755470" y="5242939"/>
            <a:ext cx="183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synapomorphy</a:t>
            </a:r>
            <a:endParaRPr lang="pt-B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83241-51E8-2940-98F5-302657DD5154}"/>
              </a:ext>
            </a:extLst>
          </p:cNvPr>
          <p:cNvSpPr txBox="1"/>
          <p:nvPr/>
        </p:nvSpPr>
        <p:spPr>
          <a:xfrm>
            <a:off x="5871566" y="3992717"/>
            <a:ext cx="3896514" cy="2677656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noProof="0" dirty="0" err="1"/>
              <a:t>Cladograms</a:t>
            </a:r>
            <a:r>
              <a:rPr lang="pt-BR" sz="2800" noProof="0" dirty="0"/>
              <a:t> do </a:t>
            </a:r>
            <a:r>
              <a:rPr lang="pt-BR" sz="2800" noProof="0" dirty="0" err="1"/>
              <a:t>not</a:t>
            </a:r>
            <a:r>
              <a:rPr lang="pt-BR" sz="2800" noProof="0" dirty="0"/>
              <a:t> </a:t>
            </a:r>
            <a:r>
              <a:rPr lang="pt-BR" sz="2800" noProof="0" dirty="0" err="1"/>
              <a:t>represent</a:t>
            </a:r>
            <a:r>
              <a:rPr lang="pt-BR" sz="2800" noProof="0" dirty="0"/>
              <a:t> </a:t>
            </a:r>
            <a:r>
              <a:rPr lang="pt-BR" sz="2800" noProof="0" dirty="0" err="1"/>
              <a:t>ancestor-descendant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endParaRPr lang="pt-BR" sz="2800" noProof="0" dirty="0"/>
          </a:p>
          <a:p>
            <a:endParaRPr lang="pt-BR" sz="2800" noProof="0" dirty="0"/>
          </a:p>
          <a:p>
            <a:r>
              <a:rPr lang="pt-BR" sz="2800" noProof="0" dirty="0" err="1"/>
              <a:t>Cladograms</a:t>
            </a:r>
            <a:r>
              <a:rPr lang="pt-BR" sz="2800" noProof="0" dirty="0"/>
              <a:t> </a:t>
            </a:r>
            <a:r>
              <a:rPr lang="pt-BR" sz="2800" noProof="0" dirty="0" err="1"/>
              <a:t>present</a:t>
            </a:r>
            <a:r>
              <a:rPr lang="pt-BR" sz="2800" noProof="0" dirty="0"/>
              <a:t> </a:t>
            </a:r>
            <a:r>
              <a:rPr lang="pt-BR" sz="2800" noProof="0" dirty="0" err="1"/>
              <a:t>sister-group</a:t>
            </a:r>
            <a:r>
              <a:rPr lang="pt-BR" sz="2800" noProof="0" dirty="0"/>
              <a:t> </a:t>
            </a:r>
            <a:r>
              <a:rPr lang="pt-BR" sz="2800" noProof="0" dirty="0" err="1"/>
              <a:t>relationships</a:t>
            </a:r>
            <a:endParaRPr lang="pt-BR" sz="28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CF9C11-3E77-9949-8EA8-60B8D7D4287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176030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D4BDD-584C-AE44-A12A-D21D423F5DC2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endParaRPr lang="pt-BR" sz="32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63837B-37C8-D04C-9919-FE60854DE8AD}"/>
              </a:ext>
            </a:extLst>
          </p:cNvPr>
          <p:cNvGrpSpPr/>
          <p:nvPr/>
        </p:nvGrpSpPr>
        <p:grpSpPr>
          <a:xfrm>
            <a:off x="6127703" y="3232686"/>
            <a:ext cx="3991897" cy="2751952"/>
            <a:chOff x="1213338" y="4067991"/>
            <a:chExt cx="3552093" cy="2508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F64186-E756-FE47-89D7-350D7C2EBB08}"/>
                </a:ext>
              </a:extLst>
            </p:cNvPr>
            <p:cNvCxnSpPr/>
            <p:nvPr/>
          </p:nvCxnSpPr>
          <p:spPr>
            <a:xfrm flipH="1">
              <a:off x="2356338" y="4097215"/>
              <a:ext cx="2409093" cy="24794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9F1A91-B7BA-A049-A043-240303A7870F}"/>
                </a:ext>
              </a:extLst>
            </p:cNvPr>
            <p:cNvCxnSpPr>
              <a:cxnSpLocks/>
            </p:cNvCxnSpPr>
            <p:nvPr/>
          </p:nvCxnSpPr>
          <p:spPr>
            <a:xfrm>
              <a:off x="1213338" y="4097215"/>
              <a:ext cx="1506417" cy="21057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0E34A8-F410-954C-A52D-CE615D6E2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474" y="4076700"/>
              <a:ext cx="1151543" cy="15847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9BB7D4-5525-4545-B3B5-58C83833FE7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4067991"/>
              <a:ext cx="786788" cy="10063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6B58CB-9E52-6347-8936-F6B05D8C343F}"/>
              </a:ext>
            </a:extLst>
          </p:cNvPr>
          <p:cNvSpPr txBox="1"/>
          <p:nvPr/>
        </p:nvSpPr>
        <p:spPr>
          <a:xfrm>
            <a:off x="9778701" y="259730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EAF80-218D-3544-BC7C-A639B0F64FF3}"/>
              </a:ext>
            </a:extLst>
          </p:cNvPr>
          <p:cNvSpPr txBox="1"/>
          <p:nvPr/>
        </p:nvSpPr>
        <p:spPr>
          <a:xfrm>
            <a:off x="7820638" y="259019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9561A-6DBF-EA4B-A4B9-3F1D574D8278}"/>
              </a:ext>
            </a:extLst>
          </p:cNvPr>
          <p:cNvSpPr txBox="1"/>
          <p:nvPr/>
        </p:nvSpPr>
        <p:spPr>
          <a:xfrm>
            <a:off x="5747186" y="265908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A087-7C2B-FE43-96B6-329042D89C1E}"/>
              </a:ext>
            </a:extLst>
          </p:cNvPr>
          <p:cNvSpPr txBox="1"/>
          <p:nvPr/>
        </p:nvSpPr>
        <p:spPr>
          <a:xfrm>
            <a:off x="6636655" y="262762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🍍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306859-CEEE-934D-AD59-D1359399BB71}"/>
              </a:ext>
            </a:extLst>
          </p:cNvPr>
          <p:cNvGrpSpPr/>
          <p:nvPr/>
        </p:nvGrpSpPr>
        <p:grpSpPr>
          <a:xfrm>
            <a:off x="1664108" y="2103020"/>
            <a:ext cx="958646" cy="4505981"/>
            <a:chOff x="1755057" y="1885213"/>
            <a:chExt cx="958646" cy="450598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AAF89F-6EF4-0B41-B040-A9B02BECC890}"/>
                </a:ext>
              </a:extLst>
            </p:cNvPr>
            <p:cNvSpPr/>
            <p:nvPr/>
          </p:nvSpPr>
          <p:spPr>
            <a:xfrm>
              <a:off x="1755058" y="4881713"/>
              <a:ext cx="958645" cy="150948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AAE0065-A2FB-0348-9122-DA501D82C9FC}"/>
                </a:ext>
              </a:extLst>
            </p:cNvPr>
            <p:cNvSpPr/>
            <p:nvPr/>
          </p:nvSpPr>
          <p:spPr>
            <a:xfrm>
              <a:off x="1755058" y="3386385"/>
              <a:ext cx="958645" cy="150948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F77A7F-D57D-7944-BC0A-3E848414D8AD}"/>
                </a:ext>
              </a:extLst>
            </p:cNvPr>
            <p:cNvSpPr/>
            <p:nvPr/>
          </p:nvSpPr>
          <p:spPr>
            <a:xfrm>
              <a:off x="1755057" y="1885213"/>
              <a:ext cx="958645" cy="150948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FF4A1A-1250-2F45-B0D0-3E094D4F098F}"/>
                </a:ext>
              </a:extLst>
            </p:cNvPr>
            <p:cNvSpPr txBox="1"/>
            <p:nvPr/>
          </p:nvSpPr>
          <p:spPr>
            <a:xfrm>
              <a:off x="1885565" y="538260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🥑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8CE846-3F1C-D44F-BB25-36D961DEA21C}"/>
                </a:ext>
              </a:extLst>
            </p:cNvPr>
            <p:cNvSpPr txBox="1"/>
            <p:nvPr/>
          </p:nvSpPr>
          <p:spPr>
            <a:xfrm>
              <a:off x="1886740" y="3873119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🍍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2D50AE-EAC5-DC46-9332-6B8B1DA69F39}"/>
                </a:ext>
              </a:extLst>
            </p:cNvPr>
            <p:cNvSpPr txBox="1"/>
            <p:nvPr/>
          </p:nvSpPr>
          <p:spPr>
            <a:xfrm>
              <a:off x="1948082" y="266093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🍐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CFE487-F1F8-1A4A-AA85-9D8091FC225F}"/>
                </a:ext>
              </a:extLst>
            </p:cNvPr>
            <p:cNvSpPr txBox="1"/>
            <p:nvPr/>
          </p:nvSpPr>
          <p:spPr>
            <a:xfrm>
              <a:off x="1904485" y="206362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🍎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675B2EE-E6F2-7F4D-8FCC-BC4CBAD6ADD0}"/>
              </a:ext>
            </a:extLst>
          </p:cNvPr>
          <p:cNvSpPr txBox="1"/>
          <p:nvPr/>
        </p:nvSpPr>
        <p:spPr>
          <a:xfrm>
            <a:off x="720057" y="885483"/>
            <a:ext cx="2846743" cy="707886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noProof="0" dirty="0"/>
              <a:t>A </a:t>
            </a:r>
            <a:r>
              <a:rPr lang="pt-BR" sz="2000" noProof="0" dirty="0" err="1"/>
              <a:t>diagram</a:t>
            </a:r>
            <a:r>
              <a:rPr lang="pt-BR" sz="2000" noProof="0" dirty="0"/>
              <a:t> </a:t>
            </a:r>
            <a:r>
              <a:rPr lang="pt-BR" sz="2000" noProof="0" dirty="0" err="1"/>
              <a:t>with</a:t>
            </a:r>
            <a:r>
              <a:rPr lang="pt-BR" sz="2000" noProof="0" dirty="0"/>
              <a:t> </a:t>
            </a:r>
            <a:r>
              <a:rPr lang="pt-BR" sz="2000" noProof="0" dirty="0" err="1"/>
              <a:t>ancestor-descendant</a:t>
            </a:r>
            <a:r>
              <a:rPr lang="pt-BR" sz="2000" noProof="0" dirty="0"/>
              <a:t> </a:t>
            </a:r>
            <a:r>
              <a:rPr lang="pt-BR" sz="2000" noProof="0" dirty="0" err="1"/>
              <a:t>relationships</a:t>
            </a:r>
            <a:endParaRPr lang="pt-BR" sz="2000" noProof="0" dirty="0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F0FA36ED-C33F-C748-BA7F-6B002DAEE995}"/>
              </a:ext>
            </a:extLst>
          </p:cNvPr>
          <p:cNvSpPr/>
          <p:nvPr/>
        </p:nvSpPr>
        <p:spPr>
          <a:xfrm>
            <a:off x="865683" y="2331028"/>
            <a:ext cx="312330" cy="405580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1B4B2D47-7CD0-3A48-9EDC-A7498885064A}"/>
              </a:ext>
            </a:extLst>
          </p:cNvPr>
          <p:cNvSpPr/>
          <p:nvPr/>
        </p:nvSpPr>
        <p:spPr>
          <a:xfrm>
            <a:off x="5351356" y="3063676"/>
            <a:ext cx="294551" cy="30437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640DDF-D575-1344-B619-F0EC7D42F6E5}"/>
              </a:ext>
            </a:extLst>
          </p:cNvPr>
          <p:cNvSpPr/>
          <p:nvPr/>
        </p:nvSpPr>
        <p:spPr>
          <a:xfrm>
            <a:off x="7633524" y="5454175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AA979D-8857-E847-83EA-0CAB302C9DD4}"/>
              </a:ext>
            </a:extLst>
          </p:cNvPr>
          <p:cNvSpPr/>
          <p:nvPr/>
        </p:nvSpPr>
        <p:spPr>
          <a:xfrm>
            <a:off x="8288201" y="4855467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59556B-A237-C741-9FCF-4F2CD1C38C19}"/>
              </a:ext>
            </a:extLst>
          </p:cNvPr>
          <p:cNvSpPr/>
          <p:nvPr/>
        </p:nvSpPr>
        <p:spPr>
          <a:xfrm>
            <a:off x="8920921" y="4190702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58D722-6298-B64F-8EE9-1F53BAAF00CE}"/>
              </a:ext>
            </a:extLst>
          </p:cNvPr>
          <p:cNvCxnSpPr/>
          <p:nvPr/>
        </p:nvCxnSpPr>
        <p:spPr>
          <a:xfrm>
            <a:off x="9197857" y="4431707"/>
            <a:ext cx="580844" cy="66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4C933B-58E5-DD4F-94BD-A2ACEA867CD7}"/>
              </a:ext>
            </a:extLst>
          </p:cNvPr>
          <p:cNvCxnSpPr>
            <a:cxnSpLocks/>
          </p:cNvCxnSpPr>
          <p:nvPr/>
        </p:nvCxnSpPr>
        <p:spPr>
          <a:xfrm>
            <a:off x="8614137" y="5035554"/>
            <a:ext cx="1164564" cy="172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D55870-1770-1B47-B814-E2421E54DBD9}"/>
              </a:ext>
            </a:extLst>
          </p:cNvPr>
          <p:cNvCxnSpPr>
            <a:cxnSpLocks/>
          </p:cNvCxnSpPr>
          <p:nvPr/>
        </p:nvCxnSpPr>
        <p:spPr>
          <a:xfrm flipV="1">
            <a:off x="8024277" y="5364787"/>
            <a:ext cx="1754424" cy="23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7330AF3-C621-2C4D-BB86-D614B33E14C9}"/>
              </a:ext>
            </a:extLst>
          </p:cNvPr>
          <p:cNvSpPr txBox="1"/>
          <p:nvPr/>
        </p:nvSpPr>
        <p:spPr>
          <a:xfrm>
            <a:off x="9982340" y="4875698"/>
            <a:ext cx="1441031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noProof="0" dirty="0"/>
              <a:t>Common </a:t>
            </a:r>
            <a:r>
              <a:rPr lang="pt-BR" noProof="0" dirty="0" err="1"/>
              <a:t>hypothetical</a:t>
            </a:r>
            <a:r>
              <a:rPr lang="pt-BR" noProof="0" dirty="0"/>
              <a:t> </a:t>
            </a:r>
            <a:r>
              <a:rPr lang="pt-BR" noProof="0" dirty="0" err="1"/>
              <a:t>ancestors</a:t>
            </a:r>
            <a:endParaRPr lang="pt-BR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4821C-D061-A544-A4B9-52515ABB96F8}"/>
              </a:ext>
            </a:extLst>
          </p:cNvPr>
          <p:cNvSpPr txBox="1"/>
          <p:nvPr/>
        </p:nvSpPr>
        <p:spPr>
          <a:xfrm>
            <a:off x="6487088" y="929379"/>
            <a:ext cx="3291613" cy="707886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noProof="0" dirty="0"/>
              <a:t>A </a:t>
            </a:r>
            <a:r>
              <a:rPr lang="pt-BR" sz="2000" noProof="0" dirty="0" err="1"/>
              <a:t>cladogram</a:t>
            </a:r>
            <a:r>
              <a:rPr lang="pt-BR" sz="2000" noProof="0" dirty="0"/>
              <a:t> </a:t>
            </a:r>
            <a:r>
              <a:rPr lang="pt-BR" sz="2000" noProof="0" dirty="0" err="1"/>
              <a:t>with</a:t>
            </a:r>
            <a:r>
              <a:rPr lang="pt-BR" sz="2000" noProof="0" dirty="0"/>
              <a:t> </a:t>
            </a:r>
            <a:r>
              <a:rPr lang="pt-BR" sz="2000" noProof="0" dirty="0" err="1"/>
              <a:t>sister-group</a:t>
            </a:r>
            <a:r>
              <a:rPr lang="pt-BR" sz="2000" noProof="0" dirty="0"/>
              <a:t> </a:t>
            </a:r>
            <a:r>
              <a:rPr lang="pt-BR" sz="2000" noProof="0" dirty="0" err="1"/>
              <a:t>relationships</a:t>
            </a:r>
            <a:endParaRPr lang="pt-BR" sz="2000" noProof="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7CD0AD-D77B-4D45-8BCF-E7D936D1B0E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425366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9E986-10AE-5C4F-947C-DF54B06C3C7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63837B-37C8-D04C-9919-FE60854DE8AD}"/>
              </a:ext>
            </a:extLst>
          </p:cNvPr>
          <p:cNvGrpSpPr/>
          <p:nvPr/>
        </p:nvGrpSpPr>
        <p:grpSpPr>
          <a:xfrm>
            <a:off x="768629" y="2283602"/>
            <a:ext cx="3991897" cy="2751952"/>
            <a:chOff x="1213338" y="4067991"/>
            <a:chExt cx="3552093" cy="2508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F64186-E756-FE47-89D7-350D7C2EBB08}"/>
                </a:ext>
              </a:extLst>
            </p:cNvPr>
            <p:cNvCxnSpPr/>
            <p:nvPr/>
          </p:nvCxnSpPr>
          <p:spPr>
            <a:xfrm flipH="1">
              <a:off x="2356338" y="4097215"/>
              <a:ext cx="2409093" cy="24794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9F1A91-B7BA-A049-A043-240303A7870F}"/>
                </a:ext>
              </a:extLst>
            </p:cNvPr>
            <p:cNvCxnSpPr>
              <a:cxnSpLocks/>
            </p:cNvCxnSpPr>
            <p:nvPr/>
          </p:nvCxnSpPr>
          <p:spPr>
            <a:xfrm>
              <a:off x="1213338" y="4097215"/>
              <a:ext cx="1506417" cy="21057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0E34A8-F410-954C-A52D-CE615D6E2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474" y="4076700"/>
              <a:ext cx="1151543" cy="15847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9BB7D4-5525-4545-B3B5-58C83833FE7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4067991"/>
              <a:ext cx="786788" cy="10063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6B58CB-9E52-6347-8936-F6B05D8C343F}"/>
              </a:ext>
            </a:extLst>
          </p:cNvPr>
          <p:cNvSpPr txBox="1"/>
          <p:nvPr/>
        </p:nvSpPr>
        <p:spPr>
          <a:xfrm>
            <a:off x="4419627" y="164821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EAF80-218D-3544-BC7C-A639B0F64FF3}"/>
              </a:ext>
            </a:extLst>
          </p:cNvPr>
          <p:cNvSpPr txBox="1"/>
          <p:nvPr/>
        </p:nvSpPr>
        <p:spPr>
          <a:xfrm>
            <a:off x="2461564" y="164111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9561A-6DBF-EA4B-A4B9-3F1D574D8278}"/>
              </a:ext>
            </a:extLst>
          </p:cNvPr>
          <p:cNvSpPr txBox="1"/>
          <p:nvPr/>
        </p:nvSpPr>
        <p:spPr>
          <a:xfrm>
            <a:off x="388112" y="170999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A087-7C2B-FE43-96B6-329042D89C1E}"/>
              </a:ext>
            </a:extLst>
          </p:cNvPr>
          <p:cNvSpPr txBox="1"/>
          <p:nvPr/>
        </p:nvSpPr>
        <p:spPr>
          <a:xfrm>
            <a:off x="1277581" y="167854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noProof="0" dirty="0"/>
              <a:t>🍍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640DDF-D575-1344-B619-F0EC7D42F6E5}"/>
              </a:ext>
            </a:extLst>
          </p:cNvPr>
          <p:cNvSpPr/>
          <p:nvPr/>
        </p:nvSpPr>
        <p:spPr>
          <a:xfrm>
            <a:off x="2274450" y="4505091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AA979D-8857-E847-83EA-0CAB302C9DD4}"/>
              </a:ext>
            </a:extLst>
          </p:cNvPr>
          <p:cNvSpPr/>
          <p:nvPr/>
        </p:nvSpPr>
        <p:spPr>
          <a:xfrm>
            <a:off x="2929127" y="3906383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59556B-A237-C741-9FCF-4F2CD1C38C19}"/>
              </a:ext>
            </a:extLst>
          </p:cNvPr>
          <p:cNvSpPr/>
          <p:nvPr/>
        </p:nvSpPr>
        <p:spPr>
          <a:xfrm>
            <a:off x="3561847" y="3241618"/>
            <a:ext cx="276936" cy="241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9760F-551B-E742-8F8E-717CE06BC0EB}"/>
              </a:ext>
            </a:extLst>
          </p:cNvPr>
          <p:cNvSpPr txBox="1"/>
          <p:nvPr/>
        </p:nvSpPr>
        <p:spPr>
          <a:xfrm>
            <a:off x="6170377" y="1044117"/>
            <a:ext cx="5758841" cy="526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u="sng" noProof="0" dirty="0"/>
              <a:t>Precise </a:t>
            </a:r>
            <a:r>
              <a:rPr lang="pt-BR" sz="2800" u="sng" noProof="0" dirty="0" err="1"/>
              <a:t>definition</a:t>
            </a:r>
            <a:r>
              <a:rPr lang="pt-BR" sz="2800" u="sng" noProof="0" dirty="0"/>
              <a:t> </a:t>
            </a:r>
            <a:r>
              <a:rPr lang="pt-BR" sz="2800" u="sng" noProof="0" dirty="0" err="1"/>
              <a:t>of</a:t>
            </a:r>
            <a:r>
              <a:rPr lang="pt-BR" sz="2800" u="sng" noProof="0" dirty="0"/>
              <a:t> </a:t>
            </a:r>
            <a:r>
              <a:rPr lang="pt-BR" sz="2800" u="sng" noProof="0" dirty="0" err="1"/>
              <a:t>kinship</a:t>
            </a:r>
            <a:r>
              <a:rPr lang="pt-BR" sz="2800" u="sng" noProof="0" dirty="0"/>
              <a:t>:</a:t>
            </a:r>
            <a:br>
              <a:rPr lang="pt-BR" sz="2800" noProof="0" dirty="0"/>
            </a:br>
            <a:endParaRPr lang="pt-BR" sz="2800" noProof="0" dirty="0"/>
          </a:p>
          <a:p>
            <a:r>
              <a:rPr lang="pt-BR" sz="2800" b="1" noProof="0" dirty="0" err="1"/>
              <a:t>Apples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b="1" noProof="0" dirty="0" err="1"/>
              <a:t>pears</a:t>
            </a:r>
            <a:r>
              <a:rPr lang="pt-BR" sz="2800" noProof="0" dirty="0"/>
              <a:t> </a:t>
            </a:r>
            <a:r>
              <a:rPr lang="pt-BR" sz="2800" noProof="0" dirty="0" err="1"/>
              <a:t>because</a:t>
            </a:r>
            <a:r>
              <a:rPr lang="pt-BR" sz="2800" noProof="0" dirty="0"/>
              <a:t> </a:t>
            </a:r>
            <a:r>
              <a:rPr lang="pt-BR" sz="2800" noProof="0" dirty="0" err="1"/>
              <a:t>they</a:t>
            </a:r>
            <a:r>
              <a:rPr lang="pt-BR" sz="2800" noProof="0" dirty="0"/>
              <a:t> </a:t>
            </a:r>
            <a:r>
              <a:rPr lang="pt-BR" sz="2800" noProof="0" dirty="0" err="1"/>
              <a:t>share</a:t>
            </a:r>
            <a:r>
              <a:rPr lang="pt-BR" sz="2800" noProof="0" dirty="0"/>
              <a:t> a more </a:t>
            </a:r>
            <a:r>
              <a:rPr lang="pt-BR" sz="2800" noProof="0" dirty="0" err="1"/>
              <a:t>recent</a:t>
            </a:r>
            <a:r>
              <a:rPr lang="pt-BR" sz="2800" noProof="0" dirty="0"/>
              <a:t> common </a:t>
            </a:r>
            <a:r>
              <a:rPr lang="pt-BR" sz="2800" noProof="0" dirty="0" err="1"/>
              <a:t>hypothetical</a:t>
            </a:r>
            <a:r>
              <a:rPr lang="pt-BR" sz="2800" noProof="0" dirty="0"/>
              <a:t> </a:t>
            </a:r>
            <a:r>
              <a:rPr lang="pt-BR" sz="2800" noProof="0" dirty="0" err="1"/>
              <a:t>ancestor</a:t>
            </a:r>
            <a:r>
              <a:rPr lang="pt-BR" sz="2800" noProof="0" dirty="0"/>
              <a:t> (“x” in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cladogram</a:t>
            </a:r>
            <a:r>
              <a:rPr lang="pt-BR" sz="2800" noProof="0" dirty="0"/>
              <a:t>) </a:t>
            </a:r>
            <a:r>
              <a:rPr lang="pt-BR" sz="2800" noProof="0" dirty="0" err="1"/>
              <a:t>than</a:t>
            </a:r>
            <a:r>
              <a:rPr lang="pt-BR" sz="2800" noProof="0" dirty="0"/>
              <a:t> </a:t>
            </a:r>
            <a:r>
              <a:rPr lang="pt-BR" sz="2800" b="1" noProof="0" dirty="0" err="1"/>
              <a:t>apples</a:t>
            </a:r>
            <a:r>
              <a:rPr lang="pt-BR" sz="2800" noProof="0" dirty="0"/>
              <a:t> and </a:t>
            </a:r>
            <a:r>
              <a:rPr lang="pt-BR" sz="2800" b="1" noProof="0" dirty="0" err="1"/>
              <a:t>pineapples</a:t>
            </a:r>
            <a:r>
              <a:rPr lang="pt-BR" sz="2800" b="1" noProof="0" dirty="0"/>
              <a:t> </a:t>
            </a:r>
            <a:r>
              <a:rPr lang="pt-BR" sz="2800" noProof="0" dirty="0"/>
              <a:t>(“y”). </a:t>
            </a:r>
          </a:p>
          <a:p>
            <a:endParaRPr lang="pt-BR" sz="2800" noProof="0" dirty="0"/>
          </a:p>
          <a:p>
            <a:r>
              <a:rPr lang="pt-BR" sz="2800" b="1" noProof="0" dirty="0" err="1"/>
              <a:t>Pineapples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b="1" noProof="0" dirty="0" err="1"/>
              <a:t>pears</a:t>
            </a:r>
            <a:r>
              <a:rPr lang="pt-BR" sz="2800" b="1" noProof="0" dirty="0"/>
              <a:t> and </a:t>
            </a:r>
            <a:r>
              <a:rPr lang="pt-BR" sz="2800" b="1" noProof="0" dirty="0" err="1"/>
              <a:t>apples</a:t>
            </a:r>
            <a:r>
              <a:rPr lang="pt-BR" sz="2800" b="1" noProof="0" dirty="0"/>
              <a:t> </a:t>
            </a:r>
            <a:r>
              <a:rPr lang="pt-BR" sz="2800" noProof="0" dirty="0" err="1"/>
              <a:t>than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b="1" noProof="0" dirty="0"/>
              <a:t>avocados </a:t>
            </a:r>
            <a:r>
              <a:rPr lang="pt-BR" sz="2800" noProof="0" dirty="0" err="1"/>
              <a:t>because</a:t>
            </a:r>
            <a:r>
              <a:rPr lang="pt-BR" sz="2800" noProof="0" dirty="0"/>
              <a:t> </a:t>
            </a:r>
            <a:r>
              <a:rPr lang="pt-BR" sz="2800" noProof="0" dirty="0" err="1"/>
              <a:t>they</a:t>
            </a:r>
            <a:r>
              <a:rPr lang="pt-BR" sz="2800" noProof="0" dirty="0"/>
              <a:t> </a:t>
            </a:r>
            <a:r>
              <a:rPr lang="pt-BR" sz="2800" noProof="0" dirty="0" err="1"/>
              <a:t>share</a:t>
            </a:r>
            <a:r>
              <a:rPr lang="pt-BR" sz="2800" noProof="0" dirty="0"/>
              <a:t> a more </a:t>
            </a:r>
            <a:r>
              <a:rPr lang="pt-BR" sz="2800" noProof="0" dirty="0" err="1"/>
              <a:t>recent</a:t>
            </a:r>
            <a:r>
              <a:rPr lang="pt-BR" sz="2800" noProof="0" dirty="0"/>
              <a:t> common </a:t>
            </a:r>
            <a:r>
              <a:rPr lang="pt-BR" sz="2800" noProof="0" dirty="0" err="1"/>
              <a:t>ancestor</a:t>
            </a:r>
            <a:r>
              <a:rPr lang="pt-BR" sz="2800" noProof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08E49-17C1-534C-9F34-2A62390BF700}"/>
              </a:ext>
            </a:extLst>
          </p:cNvPr>
          <p:cNvSpPr txBox="1"/>
          <p:nvPr/>
        </p:nvSpPr>
        <p:spPr>
          <a:xfrm>
            <a:off x="3855787" y="3292502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AB1E0C-3EAB-714D-AC62-8E167EBCEE18}"/>
              </a:ext>
            </a:extLst>
          </p:cNvPr>
          <p:cNvSpPr txBox="1"/>
          <p:nvPr/>
        </p:nvSpPr>
        <p:spPr>
          <a:xfrm>
            <a:off x="3230281" y="4001399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0A82A8-2FE6-AB42-9CF1-17DFDD05E735}"/>
              </a:ext>
            </a:extLst>
          </p:cNvPr>
          <p:cNvSpPr txBox="1"/>
          <p:nvPr/>
        </p:nvSpPr>
        <p:spPr>
          <a:xfrm>
            <a:off x="2562029" y="4561430"/>
            <a:ext cx="27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F1F916-A0A5-2548-874F-B438DF2239A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Brief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History</a:t>
            </a:r>
            <a:r>
              <a:rPr lang="pt-BR" sz="3200" b="1" noProof="0" dirty="0"/>
              <a:t> – </a:t>
            </a:r>
            <a:r>
              <a:rPr lang="pt-BR" sz="3200" b="1" noProof="0" dirty="0" err="1"/>
              <a:t>Phylogenetic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Systematics</a:t>
            </a:r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274839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5C600-7D09-8347-ACAF-9E13EEE8A475}"/>
              </a:ext>
            </a:extLst>
          </p:cNvPr>
          <p:cNvSpPr txBox="1"/>
          <p:nvPr/>
        </p:nvSpPr>
        <p:spPr>
          <a:xfrm>
            <a:off x="1568823" y="2246174"/>
            <a:ext cx="9054353" cy="17543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 err="1"/>
              <a:t>Not</a:t>
            </a:r>
            <a:r>
              <a:rPr lang="pt-BR" sz="3600" noProof="0" dirty="0"/>
              <a:t> </a:t>
            </a:r>
            <a:r>
              <a:rPr lang="pt-BR" sz="3600" noProof="0" dirty="0" err="1"/>
              <a:t>all</a:t>
            </a:r>
            <a:r>
              <a:rPr lang="pt-BR" sz="3600" noProof="0" dirty="0"/>
              <a:t> </a:t>
            </a:r>
            <a:r>
              <a:rPr lang="pt-BR" sz="3600" noProof="0" dirty="0" err="1"/>
              <a:t>morphological</a:t>
            </a:r>
            <a:r>
              <a:rPr lang="pt-BR" sz="3600" noProof="0" dirty="0"/>
              <a:t> </a:t>
            </a:r>
            <a:r>
              <a:rPr lang="pt-BR" sz="3600" noProof="0" dirty="0" err="1"/>
              <a:t>similarities</a:t>
            </a:r>
            <a:r>
              <a:rPr lang="pt-BR" sz="3600" noProof="0" dirty="0"/>
              <a:t> </a:t>
            </a:r>
            <a:r>
              <a:rPr lang="pt-BR" sz="3600" noProof="0" dirty="0" err="1"/>
              <a:t>among</a:t>
            </a:r>
            <a:r>
              <a:rPr lang="pt-BR" sz="3600" noProof="0" dirty="0"/>
              <a:t> </a:t>
            </a:r>
            <a:r>
              <a:rPr lang="pt-BR" sz="3600" noProof="0" dirty="0" err="1"/>
              <a:t>different</a:t>
            </a:r>
            <a:r>
              <a:rPr lang="pt-BR" sz="3600" noProof="0" dirty="0"/>
              <a:t> </a:t>
            </a:r>
            <a:r>
              <a:rPr lang="pt-BR" sz="3600" noProof="0" dirty="0" err="1"/>
              <a:t>organisms</a:t>
            </a:r>
            <a:r>
              <a:rPr lang="pt-BR" sz="3600" noProof="0" dirty="0"/>
              <a:t> are </a:t>
            </a:r>
            <a:r>
              <a:rPr lang="pt-BR" sz="3600" noProof="0" dirty="0" err="1"/>
              <a:t>informative</a:t>
            </a:r>
            <a:r>
              <a:rPr lang="pt-BR" sz="3600" noProof="0" dirty="0"/>
              <a:t> </a:t>
            </a:r>
            <a:r>
              <a:rPr lang="pt-BR" sz="3600" noProof="0" dirty="0" err="1"/>
              <a:t>to</a:t>
            </a:r>
            <a:r>
              <a:rPr lang="pt-BR" sz="3600" noProof="0" dirty="0"/>
              <a:t> </a:t>
            </a:r>
            <a:r>
              <a:rPr lang="pt-BR" sz="3600" noProof="0" dirty="0" err="1"/>
              <a:t>discover</a:t>
            </a:r>
            <a:r>
              <a:rPr lang="pt-BR" sz="3600" noProof="0" dirty="0"/>
              <a:t> </a:t>
            </a:r>
            <a:r>
              <a:rPr lang="pt-BR" sz="3600" noProof="0" dirty="0" err="1"/>
              <a:t>kinship</a:t>
            </a:r>
            <a:r>
              <a:rPr lang="pt-BR" sz="3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95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200BB-E6A9-A741-8FC6-592DFD0A1D38}"/>
              </a:ext>
            </a:extLst>
          </p:cNvPr>
          <p:cNvSpPr txBox="1"/>
          <p:nvPr/>
        </p:nvSpPr>
        <p:spPr>
          <a:xfrm>
            <a:off x="12589643" y="3106513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BBFDD-E6BE-FF4C-A60A-DCA6860ABD21}"/>
              </a:ext>
            </a:extLst>
          </p:cNvPr>
          <p:cNvSpPr txBox="1"/>
          <p:nvPr/>
        </p:nvSpPr>
        <p:spPr>
          <a:xfrm>
            <a:off x="12589643" y="5291723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CD857-F3AA-B14D-9775-6BBF9B31602D}"/>
              </a:ext>
            </a:extLst>
          </p:cNvPr>
          <p:cNvSpPr txBox="1"/>
          <p:nvPr/>
        </p:nvSpPr>
        <p:spPr>
          <a:xfrm>
            <a:off x="12589643" y="4199118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10E8-70BB-2947-BCC0-E2EB2644FFEA}"/>
              </a:ext>
            </a:extLst>
          </p:cNvPr>
          <p:cNvSpPr txBox="1"/>
          <p:nvPr/>
        </p:nvSpPr>
        <p:spPr>
          <a:xfrm>
            <a:off x="12589644" y="209085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🐅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920B3E-99E7-AF43-AE2A-DC00C31004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50"/>
          <a:stretch/>
        </p:blipFill>
        <p:spPr>
          <a:xfrm>
            <a:off x="1158240" y="3759273"/>
            <a:ext cx="4834022" cy="2756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29729-AAB2-A646-995A-9600F80736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9" b="8203"/>
          <a:stretch/>
        </p:blipFill>
        <p:spPr>
          <a:xfrm>
            <a:off x="1158240" y="850922"/>
            <a:ext cx="4834022" cy="2763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2B5C1B-CA18-8544-B275-3E0A01E883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366" b="9094"/>
          <a:stretch/>
        </p:blipFill>
        <p:spPr>
          <a:xfrm>
            <a:off x="6096000" y="3755723"/>
            <a:ext cx="4840941" cy="27634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F35CDE-9CF8-C747-89D3-91EF7F5225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85" b="9687"/>
          <a:stretch/>
        </p:blipFill>
        <p:spPr>
          <a:xfrm>
            <a:off x="6096000" y="850922"/>
            <a:ext cx="4840941" cy="276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63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F2DE2E3-6AC9-4C42-9EA5-AFD8DC49A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50"/>
          <a:stretch/>
        </p:blipFill>
        <p:spPr>
          <a:xfrm>
            <a:off x="1158240" y="3759273"/>
            <a:ext cx="4834022" cy="27563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BE4F4C-594E-7F4D-BC1B-214F49413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9" b="8203"/>
          <a:stretch/>
        </p:blipFill>
        <p:spPr>
          <a:xfrm>
            <a:off x="1158240" y="850922"/>
            <a:ext cx="4834022" cy="27634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E75782-F2C6-CD44-9FAB-64AFC93C8A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366" b="9094"/>
          <a:stretch/>
        </p:blipFill>
        <p:spPr>
          <a:xfrm>
            <a:off x="6096000" y="3755723"/>
            <a:ext cx="4840941" cy="27634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E60C7A-D9D4-E240-8F59-F1BC12F94A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85" b="9687"/>
          <a:stretch/>
        </p:blipFill>
        <p:spPr>
          <a:xfrm>
            <a:off x="6096000" y="850922"/>
            <a:ext cx="4840941" cy="276342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6EB872-0D98-2541-9BFE-66AD0590054A}"/>
              </a:ext>
            </a:extLst>
          </p:cNvPr>
          <p:cNvGrpSpPr/>
          <p:nvPr/>
        </p:nvGrpSpPr>
        <p:grpSpPr>
          <a:xfrm>
            <a:off x="3247780" y="1481517"/>
            <a:ext cx="5993202" cy="4265651"/>
            <a:chOff x="1667987" y="1120436"/>
            <a:chExt cx="5993202" cy="42656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C927A-6776-8D48-B7F0-0C668F7F1F55}"/>
                </a:ext>
              </a:extLst>
            </p:cNvPr>
            <p:cNvSpPr/>
            <p:nvPr/>
          </p:nvSpPr>
          <p:spPr>
            <a:xfrm>
              <a:off x="1667987" y="1169551"/>
              <a:ext cx="5993202" cy="42165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6200BB-E6A9-A741-8FC6-592DFD0A1D38}"/>
                </a:ext>
              </a:extLst>
            </p:cNvPr>
            <p:cNvSpPr txBox="1"/>
            <p:nvPr/>
          </p:nvSpPr>
          <p:spPr>
            <a:xfrm>
              <a:off x="6286211" y="4370424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4BBFDD-E6BE-FF4C-A60A-DCA6860ABD21}"/>
                </a:ext>
              </a:extLst>
            </p:cNvPr>
            <p:cNvSpPr txBox="1"/>
            <p:nvPr/>
          </p:nvSpPr>
          <p:spPr>
            <a:xfrm>
              <a:off x="6286209" y="2269999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🦇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4CD857-F3AA-B14D-9775-6BBF9B31602D}"/>
                </a:ext>
              </a:extLst>
            </p:cNvPr>
            <p:cNvSpPr txBox="1"/>
            <p:nvPr/>
          </p:nvSpPr>
          <p:spPr>
            <a:xfrm>
              <a:off x="6286210" y="3314244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🦆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A010E8-70BB-2947-BCC0-E2EB2644FFEA}"/>
                </a:ext>
              </a:extLst>
            </p:cNvPr>
            <p:cNvSpPr txBox="1"/>
            <p:nvPr/>
          </p:nvSpPr>
          <p:spPr>
            <a:xfrm>
              <a:off x="6286211" y="1120436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🐅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644176-7A17-AB4E-8243-64E503D4274C}"/>
                </a:ext>
              </a:extLst>
            </p:cNvPr>
            <p:cNvCxnSpPr/>
            <p:nvPr/>
          </p:nvCxnSpPr>
          <p:spPr>
            <a:xfrm flipH="1">
              <a:off x="4324865" y="2631989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0346A2-E270-2B47-AB20-BED13BD4B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2757" y="3661719"/>
              <a:ext cx="28832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22783-5122-5C47-A61F-AB0D51056D9E}"/>
                </a:ext>
              </a:extLst>
            </p:cNvPr>
            <p:cNvCxnSpPr/>
            <p:nvPr/>
          </p:nvCxnSpPr>
          <p:spPr>
            <a:xfrm flipH="1">
              <a:off x="4324865" y="4761470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767BC2-A4F2-B044-8BD8-91699ABD9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865" y="2631989"/>
              <a:ext cx="1" cy="21294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66940E-3E48-7F45-9893-AEFD81116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2757" y="1585783"/>
              <a:ext cx="28832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4D2B65-6A91-074A-883F-B033D09B2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2757" y="1602260"/>
              <a:ext cx="1" cy="20594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EDFDA3-EE27-8340-AA86-DC43F251E420}"/>
                </a:ext>
              </a:extLst>
            </p:cNvPr>
            <p:cNvSpPr/>
            <p:nvPr/>
          </p:nvSpPr>
          <p:spPr>
            <a:xfrm>
              <a:off x="3682314" y="3466071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83382E-DCA9-F341-AD3A-540F9B5DF383}"/>
                </a:ext>
              </a:extLst>
            </p:cNvPr>
            <p:cNvSpPr txBox="1"/>
            <p:nvPr/>
          </p:nvSpPr>
          <p:spPr>
            <a:xfrm>
              <a:off x="3323967" y="3970314"/>
              <a:ext cx="877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noProof="0" dirty="0" err="1">
                  <a:solidFill>
                    <a:srgbClr val="FF0000"/>
                  </a:solidFill>
                </a:rPr>
                <a:t>wings</a:t>
              </a:r>
              <a:endParaRPr lang="pt-BR" sz="20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854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F2DE2E3-6AC9-4C42-9EA5-AFD8DC49A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50"/>
          <a:stretch/>
        </p:blipFill>
        <p:spPr>
          <a:xfrm>
            <a:off x="1158240" y="3759273"/>
            <a:ext cx="4834022" cy="27563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BE4F4C-594E-7F4D-BC1B-214F49413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9" b="8203"/>
          <a:stretch/>
        </p:blipFill>
        <p:spPr>
          <a:xfrm>
            <a:off x="1158240" y="850922"/>
            <a:ext cx="4834022" cy="27634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E75782-F2C6-CD44-9FAB-64AFC93C8A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366" b="9094"/>
          <a:stretch/>
        </p:blipFill>
        <p:spPr>
          <a:xfrm>
            <a:off x="6096000" y="3755723"/>
            <a:ext cx="4840941" cy="27634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E60C7A-D9D4-E240-8F59-F1BC12F94A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85" b="9687"/>
          <a:stretch/>
        </p:blipFill>
        <p:spPr>
          <a:xfrm>
            <a:off x="6096000" y="850922"/>
            <a:ext cx="4840941" cy="276342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C927A-6776-8D48-B7F0-0C668F7F1F55}"/>
              </a:ext>
            </a:extLst>
          </p:cNvPr>
          <p:cNvSpPr/>
          <p:nvPr/>
        </p:nvSpPr>
        <p:spPr>
          <a:xfrm>
            <a:off x="3247780" y="1530632"/>
            <a:ext cx="5993202" cy="42165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200BB-E6A9-A741-8FC6-592DFD0A1D38}"/>
              </a:ext>
            </a:extLst>
          </p:cNvPr>
          <p:cNvSpPr txBox="1"/>
          <p:nvPr/>
        </p:nvSpPr>
        <p:spPr>
          <a:xfrm>
            <a:off x="7866004" y="473150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BBFDD-E6BE-FF4C-A60A-DCA6860ABD21}"/>
              </a:ext>
            </a:extLst>
          </p:cNvPr>
          <p:cNvSpPr txBox="1"/>
          <p:nvPr/>
        </p:nvSpPr>
        <p:spPr>
          <a:xfrm>
            <a:off x="7866002" y="263108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CD857-F3AA-B14D-9775-6BBF9B31602D}"/>
              </a:ext>
            </a:extLst>
          </p:cNvPr>
          <p:cNvSpPr txBox="1"/>
          <p:nvPr/>
        </p:nvSpPr>
        <p:spPr>
          <a:xfrm>
            <a:off x="7866003" y="367532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10E8-70BB-2947-BCC0-E2EB2644FFEA}"/>
              </a:ext>
            </a:extLst>
          </p:cNvPr>
          <p:cNvSpPr txBox="1"/>
          <p:nvPr/>
        </p:nvSpPr>
        <p:spPr>
          <a:xfrm>
            <a:off x="7866004" y="1481517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🐅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44176-7A17-AB4E-8243-64E503D4274C}"/>
              </a:ext>
            </a:extLst>
          </p:cNvPr>
          <p:cNvCxnSpPr/>
          <p:nvPr/>
        </p:nvCxnSpPr>
        <p:spPr>
          <a:xfrm flipH="1">
            <a:off x="5904658" y="2993070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346A2-E270-2B47-AB20-BED13BD4B23A}"/>
              </a:ext>
            </a:extLst>
          </p:cNvPr>
          <p:cNvCxnSpPr>
            <a:cxnSpLocks/>
          </p:cNvCxnSpPr>
          <p:nvPr/>
        </p:nvCxnSpPr>
        <p:spPr>
          <a:xfrm flipH="1">
            <a:off x="5904658" y="4022800"/>
            <a:ext cx="1771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922783-5122-5C47-A61F-AB0D51056D9E}"/>
              </a:ext>
            </a:extLst>
          </p:cNvPr>
          <p:cNvCxnSpPr/>
          <p:nvPr/>
        </p:nvCxnSpPr>
        <p:spPr>
          <a:xfrm flipH="1">
            <a:off x="5904658" y="5122551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767BC2-A4F2-B044-8BD8-91699ABD9FF5}"/>
              </a:ext>
            </a:extLst>
          </p:cNvPr>
          <p:cNvCxnSpPr>
            <a:cxnSpLocks/>
          </p:cNvCxnSpPr>
          <p:nvPr/>
        </p:nvCxnSpPr>
        <p:spPr>
          <a:xfrm>
            <a:off x="5904658" y="4022800"/>
            <a:ext cx="1" cy="1099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6940E-3E48-7F45-9893-AEFD811168D5}"/>
              </a:ext>
            </a:extLst>
          </p:cNvPr>
          <p:cNvCxnSpPr>
            <a:cxnSpLocks/>
          </p:cNvCxnSpPr>
          <p:nvPr/>
        </p:nvCxnSpPr>
        <p:spPr>
          <a:xfrm flipH="1">
            <a:off x="5904658" y="1946864"/>
            <a:ext cx="17711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D2B65-6A91-074A-883F-B033D09B2F02}"/>
              </a:ext>
            </a:extLst>
          </p:cNvPr>
          <p:cNvCxnSpPr>
            <a:cxnSpLocks/>
          </p:cNvCxnSpPr>
          <p:nvPr/>
        </p:nvCxnSpPr>
        <p:spPr>
          <a:xfrm flipH="1">
            <a:off x="4828743" y="2450971"/>
            <a:ext cx="10295" cy="2175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583382E-DCA9-F341-AD3A-540F9B5DF383}"/>
              </a:ext>
            </a:extLst>
          </p:cNvPr>
          <p:cNvSpPr txBox="1"/>
          <p:nvPr/>
        </p:nvSpPr>
        <p:spPr>
          <a:xfrm>
            <a:off x="4345631" y="1600010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hairs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mammary</a:t>
            </a:r>
            <a:r>
              <a:rPr lang="pt-BR" sz="1600" noProof="0" dirty="0">
                <a:solidFill>
                  <a:srgbClr val="FF0000"/>
                </a:solidFill>
              </a:rPr>
              <a:t> </a:t>
            </a:r>
            <a:r>
              <a:rPr lang="pt-BR" sz="1600" noProof="0" dirty="0" err="1">
                <a:solidFill>
                  <a:srgbClr val="FF0000"/>
                </a:solidFill>
              </a:rPr>
              <a:t>glands</a:t>
            </a:r>
            <a:endParaRPr lang="pt-BR" sz="1600" noProof="0" dirty="0">
              <a:solidFill>
                <a:srgbClr val="FF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180AFF-104C-9F48-BDA4-ADF22E470CC4}"/>
              </a:ext>
            </a:extLst>
          </p:cNvPr>
          <p:cNvCxnSpPr>
            <a:cxnSpLocks/>
          </p:cNvCxnSpPr>
          <p:nvPr/>
        </p:nvCxnSpPr>
        <p:spPr>
          <a:xfrm flipH="1">
            <a:off x="5917244" y="1928329"/>
            <a:ext cx="1" cy="1064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40816F-618E-AF47-86BD-345A2BA11FE7}"/>
              </a:ext>
            </a:extLst>
          </p:cNvPr>
          <p:cNvCxnSpPr>
            <a:cxnSpLocks/>
          </p:cNvCxnSpPr>
          <p:nvPr/>
        </p:nvCxnSpPr>
        <p:spPr>
          <a:xfrm flipH="1">
            <a:off x="4834617" y="2450971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701D5-6E56-4644-84C4-9DB452DFA225}"/>
              </a:ext>
            </a:extLst>
          </p:cNvPr>
          <p:cNvCxnSpPr>
            <a:cxnSpLocks/>
          </p:cNvCxnSpPr>
          <p:nvPr/>
        </p:nvCxnSpPr>
        <p:spPr>
          <a:xfrm flipH="1">
            <a:off x="4811215" y="4617035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EDFDA3-EE27-8340-AA86-DC43F251E420}"/>
              </a:ext>
            </a:extLst>
          </p:cNvPr>
          <p:cNvSpPr/>
          <p:nvPr/>
        </p:nvSpPr>
        <p:spPr>
          <a:xfrm>
            <a:off x="5029247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E1D637-2D2D-204C-A271-6A1350CC688B}"/>
              </a:ext>
            </a:extLst>
          </p:cNvPr>
          <p:cNvSpPr/>
          <p:nvPr/>
        </p:nvSpPr>
        <p:spPr>
          <a:xfrm>
            <a:off x="5405761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6CF159-918F-7A4E-B37E-51FCC2A2C39B}"/>
              </a:ext>
            </a:extLst>
          </p:cNvPr>
          <p:cNvSpPr txBox="1"/>
          <p:nvPr/>
        </p:nvSpPr>
        <p:spPr>
          <a:xfrm>
            <a:off x="4620491" y="4866746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feathers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bone</a:t>
            </a:r>
            <a:r>
              <a:rPr lang="pt-BR" sz="1600" noProof="0" dirty="0">
                <a:solidFill>
                  <a:srgbClr val="FF0000"/>
                </a:solidFill>
              </a:rPr>
              <a:t> fusions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BAA9CD-2B84-8E48-81FE-1E569BBDB452}"/>
              </a:ext>
            </a:extLst>
          </p:cNvPr>
          <p:cNvSpPr/>
          <p:nvPr/>
        </p:nvSpPr>
        <p:spPr>
          <a:xfrm>
            <a:off x="5117275" y="4430225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A14BFC-A67C-C441-8DED-98E9C2100C29}"/>
              </a:ext>
            </a:extLst>
          </p:cNvPr>
          <p:cNvSpPr/>
          <p:nvPr/>
        </p:nvSpPr>
        <p:spPr>
          <a:xfrm>
            <a:off x="5493789" y="4430225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98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F87F57-B761-0144-82C7-316D200958E6}"/>
              </a:ext>
            </a:extLst>
          </p:cNvPr>
          <p:cNvGrpSpPr/>
          <p:nvPr/>
        </p:nvGrpSpPr>
        <p:grpSpPr>
          <a:xfrm>
            <a:off x="6173490" y="1481517"/>
            <a:ext cx="5993202" cy="4265651"/>
            <a:chOff x="3247780" y="1481517"/>
            <a:chExt cx="5993202" cy="42656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C927A-6776-8D48-B7F0-0C668F7F1F55}"/>
                </a:ext>
              </a:extLst>
            </p:cNvPr>
            <p:cNvSpPr/>
            <p:nvPr/>
          </p:nvSpPr>
          <p:spPr>
            <a:xfrm>
              <a:off x="3247780" y="1530632"/>
              <a:ext cx="5993202" cy="42165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6200BB-E6A9-A741-8FC6-592DFD0A1D38}"/>
                </a:ext>
              </a:extLst>
            </p:cNvPr>
            <p:cNvSpPr txBox="1"/>
            <p:nvPr/>
          </p:nvSpPr>
          <p:spPr>
            <a:xfrm>
              <a:off x="7866004" y="4731505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4BBFDD-E6BE-FF4C-A60A-DCA6860ABD21}"/>
                </a:ext>
              </a:extLst>
            </p:cNvPr>
            <p:cNvSpPr txBox="1"/>
            <p:nvPr/>
          </p:nvSpPr>
          <p:spPr>
            <a:xfrm>
              <a:off x="7866002" y="2631080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🦇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4CD857-F3AA-B14D-9775-6BBF9B31602D}"/>
                </a:ext>
              </a:extLst>
            </p:cNvPr>
            <p:cNvSpPr txBox="1"/>
            <p:nvPr/>
          </p:nvSpPr>
          <p:spPr>
            <a:xfrm>
              <a:off x="7866003" y="3675325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🦆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A010E8-70BB-2947-BCC0-E2EB2644FFEA}"/>
                </a:ext>
              </a:extLst>
            </p:cNvPr>
            <p:cNvSpPr txBox="1"/>
            <p:nvPr/>
          </p:nvSpPr>
          <p:spPr>
            <a:xfrm>
              <a:off x="7866004" y="1481517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6000" noProof="0" dirty="0"/>
                <a:t>🐅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644176-7A17-AB4E-8243-64E503D4274C}"/>
                </a:ext>
              </a:extLst>
            </p:cNvPr>
            <p:cNvCxnSpPr/>
            <p:nvPr/>
          </p:nvCxnSpPr>
          <p:spPr>
            <a:xfrm flipH="1">
              <a:off x="5904658" y="2993070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0346A2-E270-2B47-AB20-BED13BD4B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4022800"/>
              <a:ext cx="177113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22783-5122-5C47-A61F-AB0D51056D9E}"/>
                </a:ext>
              </a:extLst>
            </p:cNvPr>
            <p:cNvCxnSpPr/>
            <p:nvPr/>
          </p:nvCxnSpPr>
          <p:spPr>
            <a:xfrm flipH="1">
              <a:off x="5904658" y="5122551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767BC2-A4F2-B044-8BD8-91699ABD9FF5}"/>
                </a:ext>
              </a:extLst>
            </p:cNvPr>
            <p:cNvCxnSpPr>
              <a:cxnSpLocks/>
            </p:cNvCxnSpPr>
            <p:nvPr/>
          </p:nvCxnSpPr>
          <p:spPr>
            <a:xfrm>
              <a:off x="5904658" y="4022800"/>
              <a:ext cx="1" cy="10997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66940E-3E48-7F45-9893-AEFD81116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1946864"/>
              <a:ext cx="17711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4D2B65-6A91-074A-883F-B033D09B2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8743" y="2450971"/>
              <a:ext cx="10295" cy="21757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83382E-DCA9-F341-AD3A-540F9B5DF383}"/>
                </a:ext>
              </a:extLst>
            </p:cNvPr>
            <p:cNvSpPr txBox="1"/>
            <p:nvPr/>
          </p:nvSpPr>
          <p:spPr>
            <a:xfrm>
              <a:off x="4345631" y="1600010"/>
              <a:ext cx="20179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noProof="0" dirty="0" err="1">
                  <a:solidFill>
                    <a:srgbClr val="FF0000"/>
                  </a:solidFill>
                </a:rPr>
                <a:t>hairs</a:t>
              </a:r>
              <a:endParaRPr lang="pt-BR" sz="1600" noProof="0" dirty="0">
                <a:solidFill>
                  <a:srgbClr val="FF0000"/>
                </a:solidFill>
              </a:endParaRPr>
            </a:p>
            <a:p>
              <a:r>
                <a:rPr lang="pt-BR" sz="1600" noProof="0" dirty="0" err="1">
                  <a:solidFill>
                    <a:srgbClr val="FF0000"/>
                  </a:solidFill>
                </a:rPr>
                <a:t>mammary</a:t>
              </a:r>
              <a:r>
                <a:rPr lang="pt-BR" sz="1600" noProof="0" dirty="0">
                  <a:solidFill>
                    <a:srgbClr val="FF0000"/>
                  </a:solidFill>
                </a:rPr>
                <a:t> </a:t>
              </a:r>
              <a:r>
                <a:rPr lang="pt-BR" sz="1600" noProof="0" dirty="0" err="1">
                  <a:solidFill>
                    <a:srgbClr val="FF0000"/>
                  </a:solidFill>
                </a:rPr>
                <a:t>glands</a:t>
              </a:r>
              <a:endParaRPr lang="pt-BR" sz="16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180AFF-104C-9F48-BDA4-ADF22E470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7244" y="1928329"/>
              <a:ext cx="1" cy="10647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40816F-618E-AF47-86BD-345A2BA11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4617" y="2450971"/>
              <a:ext cx="1086810" cy="97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9701D5-6E56-4644-84C4-9DB452DFA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1215" y="4617035"/>
              <a:ext cx="1086810" cy="97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EDFDA3-EE27-8340-AA86-DC43F251E420}"/>
                </a:ext>
              </a:extLst>
            </p:cNvPr>
            <p:cNvSpPr/>
            <p:nvPr/>
          </p:nvSpPr>
          <p:spPr>
            <a:xfrm>
              <a:off x="5029247" y="2232632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E1D637-2D2D-204C-A271-6A1350CC688B}"/>
                </a:ext>
              </a:extLst>
            </p:cNvPr>
            <p:cNvSpPr/>
            <p:nvPr/>
          </p:nvSpPr>
          <p:spPr>
            <a:xfrm>
              <a:off x="5405761" y="2232632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6CF159-918F-7A4E-B37E-51FCC2A2C39B}"/>
                </a:ext>
              </a:extLst>
            </p:cNvPr>
            <p:cNvSpPr txBox="1"/>
            <p:nvPr/>
          </p:nvSpPr>
          <p:spPr>
            <a:xfrm>
              <a:off x="4620491" y="4866746"/>
              <a:ext cx="20179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noProof="0" dirty="0" err="1">
                  <a:solidFill>
                    <a:srgbClr val="FF0000"/>
                  </a:solidFill>
                </a:rPr>
                <a:t>feathers</a:t>
              </a:r>
              <a:endParaRPr lang="pt-BR" sz="1600" noProof="0" dirty="0">
                <a:solidFill>
                  <a:srgbClr val="FF0000"/>
                </a:solidFill>
              </a:endParaRPr>
            </a:p>
            <a:p>
              <a:r>
                <a:rPr lang="pt-BR" sz="1600" noProof="0" dirty="0" err="1">
                  <a:solidFill>
                    <a:srgbClr val="FF0000"/>
                  </a:solidFill>
                </a:rPr>
                <a:t>bone</a:t>
              </a:r>
              <a:r>
                <a:rPr lang="pt-BR" sz="1600" noProof="0" dirty="0">
                  <a:solidFill>
                    <a:srgbClr val="FF0000"/>
                  </a:solidFill>
                </a:rPr>
                <a:t> fusions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BAA9CD-2B84-8E48-81FE-1E569BBDB452}"/>
                </a:ext>
              </a:extLst>
            </p:cNvPr>
            <p:cNvSpPr/>
            <p:nvPr/>
          </p:nvSpPr>
          <p:spPr>
            <a:xfrm>
              <a:off x="5117275" y="4430225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A14BFC-A67C-C441-8DED-98E9C2100C29}"/>
                </a:ext>
              </a:extLst>
            </p:cNvPr>
            <p:cNvSpPr/>
            <p:nvPr/>
          </p:nvSpPr>
          <p:spPr>
            <a:xfrm>
              <a:off x="5493789" y="4430225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C94420-F73E-AA49-B901-C9FDE5386214}"/>
              </a:ext>
            </a:extLst>
          </p:cNvPr>
          <p:cNvSpPr txBox="1"/>
          <p:nvPr/>
        </p:nvSpPr>
        <p:spPr>
          <a:xfrm>
            <a:off x="51002" y="1541584"/>
            <a:ext cx="5993202" cy="4210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4400" noProof="0" dirty="0" err="1"/>
              <a:t>Synapomorphy</a:t>
            </a:r>
            <a:r>
              <a:rPr lang="pt-BR" sz="4400" noProof="0" dirty="0"/>
              <a:t> = </a:t>
            </a:r>
            <a:r>
              <a:rPr lang="pt-BR" sz="4400" noProof="0" dirty="0" err="1"/>
              <a:t>homology</a:t>
            </a:r>
            <a:endParaRPr lang="pt-BR" sz="4400" noProof="0" dirty="0"/>
          </a:p>
          <a:p>
            <a:endParaRPr lang="pt-BR" sz="4400" noProof="0" dirty="0"/>
          </a:p>
          <a:p>
            <a:r>
              <a:rPr lang="pt-BR" sz="4400" noProof="0" dirty="0" err="1"/>
              <a:t>Homology</a:t>
            </a:r>
            <a:r>
              <a:rPr lang="pt-BR" sz="4400" noProof="0" dirty="0"/>
              <a:t> = </a:t>
            </a:r>
            <a:r>
              <a:rPr lang="pt-BR" sz="4400" noProof="0" dirty="0" err="1"/>
              <a:t>similarity</a:t>
            </a:r>
            <a:r>
              <a:rPr lang="pt-BR" sz="4400" noProof="0" dirty="0"/>
              <a:t> </a:t>
            </a:r>
            <a:r>
              <a:rPr lang="pt-BR" sz="4400" noProof="0" dirty="0" err="1"/>
              <a:t>due</a:t>
            </a:r>
            <a:r>
              <a:rPr lang="pt-BR" sz="4400" noProof="0" dirty="0"/>
              <a:t> </a:t>
            </a:r>
            <a:r>
              <a:rPr lang="pt-BR" sz="4400" noProof="0" dirty="0" err="1"/>
              <a:t>to</a:t>
            </a:r>
            <a:r>
              <a:rPr lang="pt-BR" sz="4400" noProof="0" dirty="0"/>
              <a:t> </a:t>
            </a:r>
            <a:r>
              <a:rPr lang="pt-BR" sz="4400" noProof="0" dirty="0" err="1"/>
              <a:t>shared</a:t>
            </a:r>
            <a:r>
              <a:rPr lang="pt-BR" sz="4400" noProof="0" dirty="0"/>
              <a:t> </a:t>
            </a:r>
            <a:r>
              <a:rPr lang="pt-BR" sz="4400" noProof="0" dirty="0" err="1"/>
              <a:t>evolutionary</a:t>
            </a:r>
            <a:r>
              <a:rPr lang="pt-BR" sz="4400" noProof="0" dirty="0"/>
              <a:t> </a:t>
            </a:r>
            <a:r>
              <a:rPr lang="pt-BR" sz="4400" noProof="0" dirty="0" err="1"/>
              <a:t>origin</a:t>
            </a:r>
            <a:endParaRPr lang="pt-BR" sz="4400" noProof="0" dirty="0"/>
          </a:p>
        </p:txBody>
      </p:sp>
    </p:spTree>
    <p:extLst>
      <p:ext uri="{BB962C8B-B14F-4D97-AF65-F5344CB8AC3E}">
        <p14:creationId xmlns:p14="http://schemas.microsoft.com/office/powerpoint/2010/main" val="1093462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F2DE2E3-6AC9-4C42-9EA5-AFD8DC49A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50"/>
          <a:stretch/>
        </p:blipFill>
        <p:spPr>
          <a:xfrm>
            <a:off x="1158240" y="3759273"/>
            <a:ext cx="4834022" cy="27563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BE4F4C-594E-7F4D-BC1B-214F49413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9" b="8203"/>
          <a:stretch/>
        </p:blipFill>
        <p:spPr>
          <a:xfrm>
            <a:off x="1158240" y="850922"/>
            <a:ext cx="4834022" cy="27634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E75782-F2C6-CD44-9FAB-64AFC93C8A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366" b="9094"/>
          <a:stretch/>
        </p:blipFill>
        <p:spPr>
          <a:xfrm>
            <a:off x="6096000" y="3755723"/>
            <a:ext cx="4840941" cy="27634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E60C7A-D9D4-E240-8F59-F1BC12F94A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85" b="9687"/>
          <a:stretch/>
        </p:blipFill>
        <p:spPr>
          <a:xfrm>
            <a:off x="6096000" y="850922"/>
            <a:ext cx="4840941" cy="276342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C927A-6776-8D48-B7F0-0C668F7F1F55}"/>
              </a:ext>
            </a:extLst>
          </p:cNvPr>
          <p:cNvSpPr/>
          <p:nvPr/>
        </p:nvSpPr>
        <p:spPr>
          <a:xfrm>
            <a:off x="3247780" y="1530632"/>
            <a:ext cx="5993202" cy="42165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200BB-E6A9-A741-8FC6-592DFD0A1D38}"/>
              </a:ext>
            </a:extLst>
          </p:cNvPr>
          <p:cNvSpPr txBox="1"/>
          <p:nvPr/>
        </p:nvSpPr>
        <p:spPr>
          <a:xfrm>
            <a:off x="7866004" y="473150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BBFDD-E6BE-FF4C-A60A-DCA6860ABD21}"/>
              </a:ext>
            </a:extLst>
          </p:cNvPr>
          <p:cNvSpPr txBox="1"/>
          <p:nvPr/>
        </p:nvSpPr>
        <p:spPr>
          <a:xfrm>
            <a:off x="7866002" y="263108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CD857-F3AA-B14D-9775-6BBF9B31602D}"/>
              </a:ext>
            </a:extLst>
          </p:cNvPr>
          <p:cNvSpPr txBox="1"/>
          <p:nvPr/>
        </p:nvSpPr>
        <p:spPr>
          <a:xfrm>
            <a:off x="7866003" y="367532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10E8-70BB-2947-BCC0-E2EB2644FFEA}"/>
              </a:ext>
            </a:extLst>
          </p:cNvPr>
          <p:cNvSpPr txBox="1"/>
          <p:nvPr/>
        </p:nvSpPr>
        <p:spPr>
          <a:xfrm>
            <a:off x="7866004" y="1481517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🐅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44176-7A17-AB4E-8243-64E503D4274C}"/>
              </a:ext>
            </a:extLst>
          </p:cNvPr>
          <p:cNvCxnSpPr/>
          <p:nvPr/>
        </p:nvCxnSpPr>
        <p:spPr>
          <a:xfrm flipH="1">
            <a:off x="5904658" y="2993070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346A2-E270-2B47-AB20-BED13BD4B23A}"/>
              </a:ext>
            </a:extLst>
          </p:cNvPr>
          <p:cNvCxnSpPr>
            <a:cxnSpLocks/>
          </p:cNvCxnSpPr>
          <p:nvPr/>
        </p:nvCxnSpPr>
        <p:spPr>
          <a:xfrm flipH="1">
            <a:off x="5904658" y="4022800"/>
            <a:ext cx="1771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922783-5122-5C47-A61F-AB0D51056D9E}"/>
              </a:ext>
            </a:extLst>
          </p:cNvPr>
          <p:cNvCxnSpPr/>
          <p:nvPr/>
        </p:nvCxnSpPr>
        <p:spPr>
          <a:xfrm flipH="1">
            <a:off x="5904658" y="5122551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767BC2-A4F2-B044-8BD8-91699ABD9FF5}"/>
              </a:ext>
            </a:extLst>
          </p:cNvPr>
          <p:cNvCxnSpPr>
            <a:cxnSpLocks/>
          </p:cNvCxnSpPr>
          <p:nvPr/>
        </p:nvCxnSpPr>
        <p:spPr>
          <a:xfrm>
            <a:off x="5904658" y="4022800"/>
            <a:ext cx="1" cy="1099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6940E-3E48-7F45-9893-AEFD811168D5}"/>
              </a:ext>
            </a:extLst>
          </p:cNvPr>
          <p:cNvCxnSpPr>
            <a:cxnSpLocks/>
          </p:cNvCxnSpPr>
          <p:nvPr/>
        </p:nvCxnSpPr>
        <p:spPr>
          <a:xfrm flipH="1">
            <a:off x="5904658" y="1946864"/>
            <a:ext cx="17711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D2B65-6A91-074A-883F-B033D09B2F02}"/>
              </a:ext>
            </a:extLst>
          </p:cNvPr>
          <p:cNvCxnSpPr>
            <a:cxnSpLocks/>
          </p:cNvCxnSpPr>
          <p:nvPr/>
        </p:nvCxnSpPr>
        <p:spPr>
          <a:xfrm flipH="1">
            <a:off x="4828743" y="2450971"/>
            <a:ext cx="10295" cy="2175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583382E-DCA9-F341-AD3A-540F9B5DF383}"/>
              </a:ext>
            </a:extLst>
          </p:cNvPr>
          <p:cNvSpPr txBox="1"/>
          <p:nvPr/>
        </p:nvSpPr>
        <p:spPr>
          <a:xfrm>
            <a:off x="4345631" y="1600010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hairs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mammary</a:t>
            </a:r>
            <a:r>
              <a:rPr lang="pt-BR" sz="1600" noProof="0" dirty="0">
                <a:solidFill>
                  <a:srgbClr val="FF0000"/>
                </a:solidFill>
              </a:rPr>
              <a:t> </a:t>
            </a:r>
            <a:r>
              <a:rPr lang="pt-BR" sz="1600" noProof="0" dirty="0" err="1">
                <a:solidFill>
                  <a:srgbClr val="FF0000"/>
                </a:solidFill>
              </a:rPr>
              <a:t>glands</a:t>
            </a:r>
            <a:endParaRPr lang="pt-BR" sz="1600" noProof="0" dirty="0">
              <a:solidFill>
                <a:srgbClr val="FF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180AFF-104C-9F48-BDA4-ADF22E470CC4}"/>
              </a:ext>
            </a:extLst>
          </p:cNvPr>
          <p:cNvCxnSpPr>
            <a:cxnSpLocks/>
          </p:cNvCxnSpPr>
          <p:nvPr/>
        </p:nvCxnSpPr>
        <p:spPr>
          <a:xfrm flipH="1">
            <a:off x="5917244" y="1928329"/>
            <a:ext cx="1" cy="1064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40816F-618E-AF47-86BD-345A2BA11FE7}"/>
              </a:ext>
            </a:extLst>
          </p:cNvPr>
          <p:cNvCxnSpPr>
            <a:cxnSpLocks/>
          </p:cNvCxnSpPr>
          <p:nvPr/>
        </p:nvCxnSpPr>
        <p:spPr>
          <a:xfrm flipH="1">
            <a:off x="4834617" y="2450971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701D5-6E56-4644-84C4-9DB452DFA225}"/>
              </a:ext>
            </a:extLst>
          </p:cNvPr>
          <p:cNvCxnSpPr>
            <a:cxnSpLocks/>
          </p:cNvCxnSpPr>
          <p:nvPr/>
        </p:nvCxnSpPr>
        <p:spPr>
          <a:xfrm flipH="1">
            <a:off x="4811215" y="4617035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EDFDA3-EE27-8340-AA86-DC43F251E420}"/>
              </a:ext>
            </a:extLst>
          </p:cNvPr>
          <p:cNvSpPr/>
          <p:nvPr/>
        </p:nvSpPr>
        <p:spPr>
          <a:xfrm>
            <a:off x="5029247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E1D637-2D2D-204C-A271-6A1350CC688B}"/>
              </a:ext>
            </a:extLst>
          </p:cNvPr>
          <p:cNvSpPr/>
          <p:nvPr/>
        </p:nvSpPr>
        <p:spPr>
          <a:xfrm>
            <a:off x="5405761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6CF159-918F-7A4E-B37E-51FCC2A2C39B}"/>
              </a:ext>
            </a:extLst>
          </p:cNvPr>
          <p:cNvSpPr txBox="1"/>
          <p:nvPr/>
        </p:nvSpPr>
        <p:spPr>
          <a:xfrm>
            <a:off x="4620491" y="4866746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feathers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bone</a:t>
            </a:r>
            <a:r>
              <a:rPr lang="pt-BR" sz="1600" noProof="0" dirty="0">
                <a:solidFill>
                  <a:srgbClr val="FF0000"/>
                </a:solidFill>
              </a:rPr>
              <a:t> fusions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BAA9CD-2B84-8E48-81FE-1E569BBDB452}"/>
              </a:ext>
            </a:extLst>
          </p:cNvPr>
          <p:cNvSpPr/>
          <p:nvPr/>
        </p:nvSpPr>
        <p:spPr>
          <a:xfrm>
            <a:off x="4925033" y="4401206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A14BFC-A67C-C441-8DED-98E9C2100C29}"/>
              </a:ext>
            </a:extLst>
          </p:cNvPr>
          <p:cNvSpPr/>
          <p:nvPr/>
        </p:nvSpPr>
        <p:spPr>
          <a:xfrm>
            <a:off x="5301547" y="4401206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E78F13-F06D-BF43-B5B8-079662206BA5}"/>
              </a:ext>
            </a:extLst>
          </p:cNvPr>
          <p:cNvSpPr/>
          <p:nvPr/>
        </p:nvSpPr>
        <p:spPr>
          <a:xfrm>
            <a:off x="6327918" y="2790810"/>
            <a:ext cx="160637" cy="3930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3213FA-B5CE-8D41-96EE-8DA4D59FA436}"/>
              </a:ext>
            </a:extLst>
          </p:cNvPr>
          <p:cNvSpPr/>
          <p:nvPr/>
        </p:nvSpPr>
        <p:spPr>
          <a:xfrm>
            <a:off x="5602100" y="4420497"/>
            <a:ext cx="160637" cy="3930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32365E-4078-814D-8B71-756BA072F365}"/>
              </a:ext>
            </a:extLst>
          </p:cNvPr>
          <p:cNvSpPr txBox="1"/>
          <p:nvPr/>
        </p:nvSpPr>
        <p:spPr>
          <a:xfrm>
            <a:off x="6468616" y="2577971"/>
            <a:ext cx="760287" cy="338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chemeClr val="accent1"/>
                </a:solidFill>
              </a:rPr>
              <a:t>wings</a:t>
            </a:r>
            <a:endParaRPr lang="pt-BR" sz="1600" noProof="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F9DC40-8EE3-1242-8CD9-7AEDCB75A69D}"/>
              </a:ext>
            </a:extLst>
          </p:cNvPr>
          <p:cNvSpPr txBox="1"/>
          <p:nvPr/>
        </p:nvSpPr>
        <p:spPr>
          <a:xfrm>
            <a:off x="4633753" y="5354713"/>
            <a:ext cx="760287" cy="338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chemeClr val="accent1"/>
                </a:solidFill>
              </a:rPr>
              <a:t>wings</a:t>
            </a:r>
            <a:endParaRPr lang="pt-BR" sz="16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81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F2DE2E3-6AC9-4C42-9EA5-AFD8DC49A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50"/>
          <a:stretch/>
        </p:blipFill>
        <p:spPr>
          <a:xfrm>
            <a:off x="1158240" y="3759273"/>
            <a:ext cx="4834022" cy="27563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BE4F4C-594E-7F4D-BC1B-214F49413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9" b="8203"/>
          <a:stretch/>
        </p:blipFill>
        <p:spPr>
          <a:xfrm>
            <a:off x="1158240" y="850922"/>
            <a:ext cx="4834022" cy="27634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E75782-F2C6-CD44-9FAB-64AFC93C8A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366" b="9094"/>
          <a:stretch/>
        </p:blipFill>
        <p:spPr>
          <a:xfrm>
            <a:off x="6096000" y="3755723"/>
            <a:ext cx="4840941" cy="27634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E60C7A-D9D4-E240-8F59-F1BC12F94A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85" b="9687"/>
          <a:stretch/>
        </p:blipFill>
        <p:spPr>
          <a:xfrm>
            <a:off x="6096000" y="850922"/>
            <a:ext cx="4840941" cy="276342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4A4A13-27CA-6642-B9CA-FBA2703C578D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F3BD56-1941-344C-9C65-81141AF01A46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C927A-6776-8D48-B7F0-0C668F7F1F55}"/>
              </a:ext>
            </a:extLst>
          </p:cNvPr>
          <p:cNvSpPr/>
          <p:nvPr/>
        </p:nvSpPr>
        <p:spPr>
          <a:xfrm>
            <a:off x="3247780" y="1530632"/>
            <a:ext cx="5993202" cy="42165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200BB-E6A9-A741-8FC6-592DFD0A1D38}"/>
              </a:ext>
            </a:extLst>
          </p:cNvPr>
          <p:cNvSpPr txBox="1"/>
          <p:nvPr/>
        </p:nvSpPr>
        <p:spPr>
          <a:xfrm>
            <a:off x="7866004" y="473150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BBFDD-E6BE-FF4C-A60A-DCA6860ABD21}"/>
              </a:ext>
            </a:extLst>
          </p:cNvPr>
          <p:cNvSpPr txBox="1"/>
          <p:nvPr/>
        </p:nvSpPr>
        <p:spPr>
          <a:xfrm>
            <a:off x="7866002" y="263108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CD857-F3AA-B14D-9775-6BBF9B31602D}"/>
              </a:ext>
            </a:extLst>
          </p:cNvPr>
          <p:cNvSpPr txBox="1"/>
          <p:nvPr/>
        </p:nvSpPr>
        <p:spPr>
          <a:xfrm>
            <a:off x="7866003" y="367532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10E8-70BB-2947-BCC0-E2EB2644FFEA}"/>
              </a:ext>
            </a:extLst>
          </p:cNvPr>
          <p:cNvSpPr txBox="1"/>
          <p:nvPr/>
        </p:nvSpPr>
        <p:spPr>
          <a:xfrm>
            <a:off x="7866004" y="1481517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noProof="0" dirty="0"/>
              <a:t>🐅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44176-7A17-AB4E-8243-64E503D4274C}"/>
              </a:ext>
            </a:extLst>
          </p:cNvPr>
          <p:cNvCxnSpPr/>
          <p:nvPr/>
        </p:nvCxnSpPr>
        <p:spPr>
          <a:xfrm flipH="1">
            <a:off x="5904658" y="2993070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346A2-E270-2B47-AB20-BED13BD4B23A}"/>
              </a:ext>
            </a:extLst>
          </p:cNvPr>
          <p:cNvCxnSpPr>
            <a:cxnSpLocks/>
          </p:cNvCxnSpPr>
          <p:nvPr/>
        </p:nvCxnSpPr>
        <p:spPr>
          <a:xfrm flipH="1">
            <a:off x="5904658" y="4022800"/>
            <a:ext cx="1771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922783-5122-5C47-A61F-AB0D51056D9E}"/>
              </a:ext>
            </a:extLst>
          </p:cNvPr>
          <p:cNvCxnSpPr/>
          <p:nvPr/>
        </p:nvCxnSpPr>
        <p:spPr>
          <a:xfrm flipH="1">
            <a:off x="5904658" y="5122551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767BC2-A4F2-B044-8BD8-91699ABD9FF5}"/>
              </a:ext>
            </a:extLst>
          </p:cNvPr>
          <p:cNvCxnSpPr>
            <a:cxnSpLocks/>
          </p:cNvCxnSpPr>
          <p:nvPr/>
        </p:nvCxnSpPr>
        <p:spPr>
          <a:xfrm>
            <a:off x="5904658" y="4022800"/>
            <a:ext cx="1" cy="1099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6940E-3E48-7F45-9893-AEFD811168D5}"/>
              </a:ext>
            </a:extLst>
          </p:cNvPr>
          <p:cNvCxnSpPr>
            <a:cxnSpLocks/>
          </p:cNvCxnSpPr>
          <p:nvPr/>
        </p:nvCxnSpPr>
        <p:spPr>
          <a:xfrm flipH="1">
            <a:off x="5904658" y="1946864"/>
            <a:ext cx="17711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D2B65-6A91-074A-883F-B033D09B2F02}"/>
              </a:ext>
            </a:extLst>
          </p:cNvPr>
          <p:cNvCxnSpPr>
            <a:cxnSpLocks/>
          </p:cNvCxnSpPr>
          <p:nvPr/>
        </p:nvCxnSpPr>
        <p:spPr>
          <a:xfrm flipH="1">
            <a:off x="4828743" y="2450971"/>
            <a:ext cx="10295" cy="2175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583382E-DCA9-F341-AD3A-540F9B5DF383}"/>
              </a:ext>
            </a:extLst>
          </p:cNvPr>
          <p:cNvSpPr txBox="1"/>
          <p:nvPr/>
        </p:nvSpPr>
        <p:spPr>
          <a:xfrm>
            <a:off x="4345631" y="1600010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hairs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mammary</a:t>
            </a:r>
            <a:r>
              <a:rPr lang="pt-BR" sz="1600" noProof="0" dirty="0">
                <a:solidFill>
                  <a:srgbClr val="FF0000"/>
                </a:solidFill>
              </a:rPr>
              <a:t> </a:t>
            </a:r>
            <a:r>
              <a:rPr lang="pt-BR" sz="1600" noProof="0" dirty="0" err="1">
                <a:solidFill>
                  <a:srgbClr val="FF0000"/>
                </a:solidFill>
              </a:rPr>
              <a:t>glands</a:t>
            </a:r>
            <a:endParaRPr lang="pt-BR" sz="1600" noProof="0" dirty="0">
              <a:solidFill>
                <a:srgbClr val="FF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180AFF-104C-9F48-BDA4-ADF22E470CC4}"/>
              </a:ext>
            </a:extLst>
          </p:cNvPr>
          <p:cNvCxnSpPr>
            <a:cxnSpLocks/>
          </p:cNvCxnSpPr>
          <p:nvPr/>
        </p:nvCxnSpPr>
        <p:spPr>
          <a:xfrm flipH="1">
            <a:off x="5917244" y="1928329"/>
            <a:ext cx="1" cy="1064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40816F-618E-AF47-86BD-345A2BA11FE7}"/>
              </a:ext>
            </a:extLst>
          </p:cNvPr>
          <p:cNvCxnSpPr>
            <a:cxnSpLocks/>
          </p:cNvCxnSpPr>
          <p:nvPr/>
        </p:nvCxnSpPr>
        <p:spPr>
          <a:xfrm flipH="1">
            <a:off x="4834617" y="2450971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701D5-6E56-4644-84C4-9DB452DFA225}"/>
              </a:ext>
            </a:extLst>
          </p:cNvPr>
          <p:cNvCxnSpPr>
            <a:cxnSpLocks/>
          </p:cNvCxnSpPr>
          <p:nvPr/>
        </p:nvCxnSpPr>
        <p:spPr>
          <a:xfrm flipH="1">
            <a:off x="4811215" y="4617035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EDFDA3-EE27-8340-AA86-DC43F251E420}"/>
              </a:ext>
            </a:extLst>
          </p:cNvPr>
          <p:cNvSpPr/>
          <p:nvPr/>
        </p:nvSpPr>
        <p:spPr>
          <a:xfrm>
            <a:off x="5029247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E1D637-2D2D-204C-A271-6A1350CC688B}"/>
              </a:ext>
            </a:extLst>
          </p:cNvPr>
          <p:cNvSpPr/>
          <p:nvPr/>
        </p:nvSpPr>
        <p:spPr>
          <a:xfrm>
            <a:off x="5405761" y="2232632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6CF159-918F-7A4E-B37E-51FCC2A2C39B}"/>
              </a:ext>
            </a:extLst>
          </p:cNvPr>
          <p:cNvSpPr txBox="1"/>
          <p:nvPr/>
        </p:nvSpPr>
        <p:spPr>
          <a:xfrm>
            <a:off x="4620491" y="4866746"/>
            <a:ext cx="2017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rgbClr val="FF0000"/>
                </a:solidFill>
              </a:rPr>
              <a:t>feathers</a:t>
            </a:r>
            <a:endParaRPr lang="pt-BR" sz="1600" noProof="0" dirty="0">
              <a:solidFill>
                <a:srgbClr val="FF0000"/>
              </a:solidFill>
            </a:endParaRPr>
          </a:p>
          <a:p>
            <a:r>
              <a:rPr lang="pt-BR" sz="1600" noProof="0" dirty="0" err="1">
                <a:solidFill>
                  <a:srgbClr val="FF0000"/>
                </a:solidFill>
              </a:rPr>
              <a:t>bone</a:t>
            </a:r>
            <a:r>
              <a:rPr lang="pt-BR" sz="1600" noProof="0" dirty="0">
                <a:solidFill>
                  <a:srgbClr val="FF0000"/>
                </a:solidFill>
              </a:rPr>
              <a:t> fusions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BAA9CD-2B84-8E48-81FE-1E569BBDB452}"/>
              </a:ext>
            </a:extLst>
          </p:cNvPr>
          <p:cNvSpPr/>
          <p:nvPr/>
        </p:nvSpPr>
        <p:spPr>
          <a:xfrm>
            <a:off x="4925033" y="4401206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A14BFC-A67C-C441-8DED-98E9C2100C29}"/>
              </a:ext>
            </a:extLst>
          </p:cNvPr>
          <p:cNvSpPr/>
          <p:nvPr/>
        </p:nvSpPr>
        <p:spPr>
          <a:xfrm>
            <a:off x="5301547" y="4401206"/>
            <a:ext cx="160637" cy="3930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E78F13-F06D-BF43-B5B8-079662206BA5}"/>
              </a:ext>
            </a:extLst>
          </p:cNvPr>
          <p:cNvSpPr/>
          <p:nvPr/>
        </p:nvSpPr>
        <p:spPr>
          <a:xfrm>
            <a:off x="6327918" y="2790810"/>
            <a:ext cx="160637" cy="3930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3213FA-B5CE-8D41-96EE-8DA4D59FA436}"/>
              </a:ext>
            </a:extLst>
          </p:cNvPr>
          <p:cNvSpPr/>
          <p:nvPr/>
        </p:nvSpPr>
        <p:spPr>
          <a:xfrm>
            <a:off x="5602100" y="4420497"/>
            <a:ext cx="160637" cy="3930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32365E-4078-814D-8B71-756BA072F365}"/>
              </a:ext>
            </a:extLst>
          </p:cNvPr>
          <p:cNvSpPr txBox="1"/>
          <p:nvPr/>
        </p:nvSpPr>
        <p:spPr>
          <a:xfrm>
            <a:off x="6468616" y="2577971"/>
            <a:ext cx="760287" cy="338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chemeClr val="accent1"/>
                </a:solidFill>
              </a:rPr>
              <a:t>wings</a:t>
            </a:r>
            <a:endParaRPr lang="pt-BR" sz="1600" noProof="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F9DC40-8EE3-1242-8CD9-7AEDCB75A69D}"/>
              </a:ext>
            </a:extLst>
          </p:cNvPr>
          <p:cNvSpPr txBox="1"/>
          <p:nvPr/>
        </p:nvSpPr>
        <p:spPr>
          <a:xfrm>
            <a:off x="4633753" y="5354713"/>
            <a:ext cx="760287" cy="338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noProof="0" dirty="0" err="1">
                <a:solidFill>
                  <a:schemeClr val="accent1"/>
                </a:solidFill>
              </a:rPr>
              <a:t>wings</a:t>
            </a:r>
            <a:endParaRPr lang="pt-BR" sz="1600" noProof="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32882-15AA-6147-AB3B-6FE4572756E6}"/>
              </a:ext>
            </a:extLst>
          </p:cNvPr>
          <p:cNvSpPr txBox="1"/>
          <p:nvPr/>
        </p:nvSpPr>
        <p:spPr>
          <a:xfrm>
            <a:off x="507012" y="3715842"/>
            <a:ext cx="3187391" cy="3046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noProof="0" dirty="0"/>
              <a:t>Wings = </a:t>
            </a:r>
            <a:r>
              <a:rPr lang="pt-BR" sz="3200" noProof="0" dirty="0" err="1"/>
              <a:t>not</a:t>
            </a:r>
            <a:r>
              <a:rPr lang="pt-BR" sz="3200" noProof="0" dirty="0"/>
              <a:t> </a:t>
            </a:r>
            <a:r>
              <a:rPr lang="pt-BR" sz="3200" noProof="0" dirty="0" err="1"/>
              <a:t>homologous</a:t>
            </a:r>
            <a:r>
              <a:rPr lang="pt-BR" sz="3200" noProof="0" dirty="0"/>
              <a:t>!</a:t>
            </a:r>
          </a:p>
          <a:p>
            <a:endParaRPr lang="pt-BR" sz="3200" noProof="0" dirty="0"/>
          </a:p>
          <a:p>
            <a:r>
              <a:rPr lang="pt-BR" sz="3200" noProof="0" dirty="0"/>
              <a:t>2 </a:t>
            </a:r>
            <a:r>
              <a:rPr lang="pt-BR" sz="3200" noProof="0" dirty="0" err="1"/>
              <a:t>independent</a:t>
            </a:r>
            <a:r>
              <a:rPr lang="pt-BR" sz="3200" noProof="0" dirty="0"/>
              <a:t> </a:t>
            </a:r>
            <a:r>
              <a:rPr lang="pt-BR" sz="3200" noProof="0" dirty="0" err="1"/>
              <a:t>evolutionary</a:t>
            </a:r>
            <a:r>
              <a:rPr lang="pt-BR" sz="3200" noProof="0" dirty="0"/>
              <a:t> </a:t>
            </a:r>
            <a:r>
              <a:rPr lang="pt-BR" sz="3200" noProof="0" dirty="0" err="1"/>
              <a:t>origins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1515366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FEB66-E8C7-BD43-9B6E-AE7D22B00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865209"/>
            <a:ext cx="4343399" cy="5791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7D039-3AA7-4B40-B61A-A889D19B87BF}"/>
              </a:ext>
            </a:extLst>
          </p:cNvPr>
          <p:cNvSpPr txBox="1"/>
          <p:nvPr/>
        </p:nvSpPr>
        <p:spPr>
          <a:xfrm>
            <a:off x="211858" y="1271486"/>
            <a:ext cx="3336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 err="1"/>
              <a:t>Tendril</a:t>
            </a:r>
            <a:endParaRPr lang="pt-BR" sz="2800" b="1" noProof="0" dirty="0"/>
          </a:p>
          <a:p>
            <a:endParaRPr lang="pt-BR" sz="2800" noProof="0" dirty="0"/>
          </a:p>
          <a:p>
            <a:r>
              <a:rPr lang="pt-BR" sz="2800" noProof="0" dirty="0" err="1"/>
              <a:t>Structure</a:t>
            </a:r>
            <a:r>
              <a:rPr lang="pt-BR" sz="2800" noProof="0" dirty="0"/>
              <a:t> </a:t>
            </a:r>
            <a:r>
              <a:rPr lang="pt-BR" sz="2800" noProof="0" dirty="0" err="1"/>
              <a:t>that</a:t>
            </a:r>
            <a:r>
              <a:rPr lang="pt-BR" sz="2800" noProof="0" dirty="0"/>
              <a:t> helps </a:t>
            </a:r>
            <a:r>
              <a:rPr lang="pt-BR" sz="2800" noProof="0" dirty="0" err="1"/>
              <a:t>plants</a:t>
            </a:r>
            <a:r>
              <a:rPr lang="pt-BR" sz="2800" noProof="0" dirty="0"/>
              <a:t> </a:t>
            </a:r>
            <a:r>
              <a:rPr lang="pt-BR" sz="2800" noProof="0" dirty="0" err="1"/>
              <a:t>climb</a:t>
            </a:r>
            <a:r>
              <a:rPr lang="pt-BR" sz="2800" noProof="0" dirty="0"/>
              <a:t> over </a:t>
            </a:r>
            <a:r>
              <a:rPr lang="pt-BR" sz="2800" noProof="0" dirty="0" err="1"/>
              <a:t>stuff</a:t>
            </a:r>
            <a:r>
              <a:rPr lang="pt-BR" sz="28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8090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78" y="875278"/>
            <a:ext cx="3128606" cy="5397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1499378" y="6320000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64" y="1551684"/>
            <a:ext cx="4930706" cy="3754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6519764" y="5306316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93700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78" y="875278"/>
            <a:ext cx="3128606" cy="5397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1499378" y="6320000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64" y="1551684"/>
            <a:ext cx="4930706" cy="3754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6519764" y="5306316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C6C92-10AA-AC42-BE89-5FE9D69402C7}"/>
              </a:ext>
            </a:extLst>
          </p:cNvPr>
          <p:cNvSpPr txBox="1"/>
          <p:nvPr/>
        </p:nvSpPr>
        <p:spPr>
          <a:xfrm>
            <a:off x="3591682" y="2538484"/>
            <a:ext cx="4569679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noProof="0" dirty="0" err="1"/>
              <a:t>Same</a:t>
            </a:r>
            <a:r>
              <a:rPr lang="pt-BR" sz="3200" noProof="0" dirty="0"/>
              <a:t> </a:t>
            </a:r>
            <a:r>
              <a:rPr lang="pt-BR" sz="3200" noProof="0" dirty="0" err="1"/>
              <a:t>function</a:t>
            </a:r>
            <a:r>
              <a:rPr lang="pt-BR" sz="3200" noProof="0" dirty="0"/>
              <a:t>? </a:t>
            </a:r>
          </a:p>
          <a:p>
            <a:endParaRPr lang="pt-BR" sz="3200" noProof="0" dirty="0"/>
          </a:p>
          <a:p>
            <a:r>
              <a:rPr lang="pt-BR" sz="3200" b="1" noProof="0" dirty="0"/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3865527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78" y="875278"/>
            <a:ext cx="3128606" cy="5397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1499378" y="6320000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64" y="1551684"/>
            <a:ext cx="4930706" cy="3754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6519764" y="5306316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C6C92-10AA-AC42-BE89-5FE9D69402C7}"/>
              </a:ext>
            </a:extLst>
          </p:cNvPr>
          <p:cNvSpPr txBox="1"/>
          <p:nvPr/>
        </p:nvSpPr>
        <p:spPr>
          <a:xfrm>
            <a:off x="3591682" y="2464795"/>
            <a:ext cx="4569679" cy="25545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noProof="0" dirty="0" err="1"/>
              <a:t>Same</a:t>
            </a:r>
            <a:r>
              <a:rPr lang="pt-BR" sz="3200" noProof="0" dirty="0"/>
              <a:t> </a:t>
            </a:r>
            <a:r>
              <a:rPr lang="pt-BR" sz="3200" noProof="0" dirty="0" err="1"/>
              <a:t>function</a:t>
            </a:r>
            <a:r>
              <a:rPr lang="pt-BR" sz="3200" noProof="0" dirty="0"/>
              <a:t>? </a:t>
            </a:r>
          </a:p>
          <a:p>
            <a:endParaRPr lang="pt-BR" sz="3200" noProof="0" dirty="0"/>
          </a:p>
          <a:p>
            <a:r>
              <a:rPr lang="pt-BR" sz="3200" b="1" noProof="0" dirty="0"/>
              <a:t>YES!</a:t>
            </a:r>
          </a:p>
          <a:p>
            <a:endParaRPr lang="pt-BR" sz="3200" b="1" noProof="0" dirty="0"/>
          </a:p>
          <a:p>
            <a:r>
              <a:rPr lang="pt-BR" sz="3200" noProof="0" dirty="0" err="1"/>
              <a:t>Same</a:t>
            </a:r>
            <a:r>
              <a:rPr lang="pt-BR" sz="3200" noProof="0" dirty="0"/>
              <a:t> </a:t>
            </a:r>
            <a:r>
              <a:rPr lang="pt-BR" sz="3200" noProof="0" dirty="0" err="1"/>
              <a:t>evolutionary</a:t>
            </a:r>
            <a:r>
              <a:rPr lang="pt-BR" sz="3200" noProof="0" dirty="0"/>
              <a:t> </a:t>
            </a:r>
            <a:r>
              <a:rPr lang="pt-BR" sz="3200" noProof="0" dirty="0" err="1"/>
              <a:t>origin</a:t>
            </a:r>
            <a:r>
              <a:rPr lang="pt-BR" sz="3200" noProof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967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2" y="875278"/>
            <a:ext cx="3128606" cy="5397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257432" y="6320000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576" y="875278"/>
            <a:ext cx="4118180" cy="31359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7520576" y="4021488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306AB-E4EE-7740-8BFD-6AE60B1049A0}"/>
              </a:ext>
            </a:extLst>
          </p:cNvPr>
          <p:cNvSpPr txBox="1"/>
          <p:nvPr/>
        </p:nvSpPr>
        <p:spPr>
          <a:xfrm>
            <a:off x="3957984" y="628050"/>
            <a:ext cx="2355863" cy="6059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noProof="0" dirty="0"/>
              <a:t>Position</a:t>
            </a:r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0C471711-F8DB-F145-BC54-4D467FEFBBD3}"/>
              </a:ext>
            </a:extLst>
          </p:cNvPr>
          <p:cNvSpPr/>
          <p:nvPr/>
        </p:nvSpPr>
        <p:spPr>
          <a:xfrm rot="14124774">
            <a:off x="2858523" y="838571"/>
            <a:ext cx="354842" cy="270507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5A98F19C-B7FE-7543-9C14-AFDC30ED1D43}"/>
              </a:ext>
            </a:extLst>
          </p:cNvPr>
          <p:cNvSpPr/>
          <p:nvPr/>
        </p:nvSpPr>
        <p:spPr>
          <a:xfrm rot="6540310">
            <a:off x="7756170" y="223265"/>
            <a:ext cx="354842" cy="3304039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98E22-2516-C64A-90FD-70EBDE9813E4}"/>
              </a:ext>
            </a:extLst>
          </p:cNvPr>
          <p:cNvSpPr txBox="1"/>
          <p:nvPr/>
        </p:nvSpPr>
        <p:spPr>
          <a:xfrm>
            <a:off x="3426924" y="2396354"/>
            <a:ext cx="266907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noProof="0" dirty="0" err="1"/>
              <a:t>Opposite</a:t>
            </a:r>
            <a:r>
              <a:rPr lang="pt-BR" noProof="0" dirty="0"/>
              <a:t> </a:t>
            </a:r>
            <a:r>
              <a:rPr lang="pt-BR" noProof="0" dirty="0" err="1"/>
              <a:t>to</a:t>
            </a:r>
            <a:r>
              <a:rPr lang="pt-BR" noProof="0" dirty="0"/>
              <a:t> </a:t>
            </a:r>
            <a:r>
              <a:rPr lang="pt-BR" noProof="0" dirty="0" err="1"/>
              <a:t>leaves</a:t>
            </a:r>
            <a:endParaRPr lang="pt-B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DAB75-E483-5647-BE85-D161C4E08F33}"/>
              </a:ext>
            </a:extLst>
          </p:cNvPr>
          <p:cNvSpPr txBox="1"/>
          <p:nvPr/>
        </p:nvSpPr>
        <p:spPr>
          <a:xfrm>
            <a:off x="7520576" y="4595961"/>
            <a:ext cx="312860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noProof="0" dirty="0"/>
              <a:t>In a </a:t>
            </a:r>
            <a:r>
              <a:rPr lang="pt-BR" noProof="0" dirty="0" err="1"/>
              <a:t>branch</a:t>
            </a:r>
            <a:r>
              <a:rPr lang="pt-BR" noProof="0" dirty="0"/>
              <a:t> (?) </a:t>
            </a:r>
            <a:r>
              <a:rPr lang="pt-BR" noProof="0" dirty="0" err="1"/>
              <a:t>after</a:t>
            </a:r>
            <a:r>
              <a:rPr lang="pt-BR" noProof="0" dirty="0"/>
              <a:t> </a:t>
            </a:r>
            <a:r>
              <a:rPr lang="pt-BR" noProof="0" dirty="0" err="1"/>
              <a:t>leaves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05988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2" y="875278"/>
            <a:ext cx="3128606" cy="5397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257432" y="6320000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98E22-2516-C64A-90FD-70EBDE9813E4}"/>
              </a:ext>
            </a:extLst>
          </p:cNvPr>
          <p:cNvSpPr txBox="1"/>
          <p:nvPr/>
        </p:nvSpPr>
        <p:spPr>
          <a:xfrm>
            <a:off x="3554811" y="1741261"/>
            <a:ext cx="3364604" cy="3170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noProof="0" dirty="0" err="1"/>
              <a:t>Opposite</a:t>
            </a:r>
            <a:r>
              <a:rPr lang="pt-BR" sz="2000" noProof="0" dirty="0"/>
              <a:t> </a:t>
            </a:r>
            <a:r>
              <a:rPr lang="pt-BR" sz="2000" noProof="0" dirty="0" err="1"/>
              <a:t>to</a:t>
            </a:r>
            <a:r>
              <a:rPr lang="pt-BR" sz="2000" noProof="0" dirty="0"/>
              <a:t> </a:t>
            </a:r>
            <a:r>
              <a:rPr lang="pt-BR" sz="2000" noProof="0" dirty="0" err="1"/>
              <a:t>leaves</a:t>
            </a:r>
            <a:endParaRPr lang="pt-BR" sz="2000" noProof="0" dirty="0"/>
          </a:p>
          <a:p>
            <a:endParaRPr lang="pt-BR" sz="2000" noProof="0" dirty="0"/>
          </a:p>
          <a:p>
            <a:r>
              <a:rPr lang="pt-BR" sz="2000" noProof="0" dirty="0"/>
              <a:t>- </a:t>
            </a:r>
            <a:r>
              <a:rPr lang="pt-BR" sz="2000" noProof="0" dirty="0" err="1"/>
              <a:t>Emerging</a:t>
            </a:r>
            <a:r>
              <a:rPr lang="pt-BR" sz="2000" noProof="0" dirty="0"/>
              <a:t> </a:t>
            </a:r>
            <a:r>
              <a:rPr lang="pt-BR" sz="2000" noProof="0" dirty="0" err="1"/>
              <a:t>from</a:t>
            </a:r>
            <a:r>
              <a:rPr lang="pt-BR" sz="2000" noProof="0" dirty="0"/>
              <a:t> </a:t>
            </a:r>
            <a:r>
              <a:rPr lang="pt-BR" sz="2000" noProof="0" dirty="0" err="1"/>
              <a:t>the</a:t>
            </a:r>
            <a:r>
              <a:rPr lang="pt-BR" sz="2000" noProof="0" dirty="0"/>
              <a:t> </a:t>
            </a:r>
            <a:r>
              <a:rPr lang="pt-BR" sz="2000" noProof="0" dirty="0" err="1"/>
              <a:t>same</a:t>
            </a:r>
            <a:r>
              <a:rPr lang="pt-BR" sz="2000" noProof="0" dirty="0"/>
              <a:t> </a:t>
            </a:r>
            <a:r>
              <a:rPr lang="pt-BR" sz="2000" noProof="0" dirty="0" err="1"/>
              <a:t>region</a:t>
            </a:r>
            <a:r>
              <a:rPr lang="pt-BR" sz="2000" noProof="0" dirty="0"/>
              <a:t> </a:t>
            </a:r>
            <a:r>
              <a:rPr lang="pt-BR" sz="2000" noProof="0" dirty="0" err="1"/>
              <a:t>were</a:t>
            </a:r>
            <a:r>
              <a:rPr lang="pt-BR" sz="2000" noProof="0" dirty="0"/>
              <a:t> </a:t>
            </a:r>
            <a:r>
              <a:rPr lang="pt-BR" sz="2000" noProof="0" dirty="0" err="1"/>
              <a:t>axillary</a:t>
            </a:r>
            <a:r>
              <a:rPr lang="pt-BR" sz="2000" noProof="0" dirty="0"/>
              <a:t> </a:t>
            </a:r>
            <a:r>
              <a:rPr lang="pt-BR" sz="2000" noProof="0" dirty="0" err="1"/>
              <a:t>buds</a:t>
            </a:r>
            <a:r>
              <a:rPr lang="pt-BR" sz="2000" noProof="0" dirty="0"/>
              <a:t> are </a:t>
            </a:r>
            <a:r>
              <a:rPr lang="pt-BR" sz="2000" noProof="0" dirty="0" err="1"/>
              <a:t>found</a:t>
            </a:r>
            <a:endParaRPr lang="pt-BR" sz="2000" noProof="0" dirty="0"/>
          </a:p>
          <a:p>
            <a:endParaRPr lang="pt-BR" sz="2000" noProof="0" dirty="0"/>
          </a:p>
          <a:p>
            <a:r>
              <a:rPr lang="pt-BR" sz="2000" noProof="0" dirty="0"/>
              <a:t>- </a:t>
            </a:r>
            <a:r>
              <a:rPr lang="pt-BR" sz="2000" noProof="0" dirty="0" err="1"/>
              <a:t>Axillary</a:t>
            </a:r>
            <a:r>
              <a:rPr lang="pt-BR" sz="2000" noProof="0" dirty="0"/>
              <a:t> </a:t>
            </a:r>
            <a:r>
              <a:rPr lang="pt-BR" sz="2000" noProof="0" dirty="0" err="1"/>
              <a:t>buds</a:t>
            </a:r>
            <a:r>
              <a:rPr lang="pt-BR" sz="2000" noProof="0" dirty="0"/>
              <a:t> </a:t>
            </a:r>
            <a:r>
              <a:rPr lang="pt-BR" sz="2000" noProof="0" dirty="0" err="1"/>
              <a:t>have</a:t>
            </a:r>
            <a:r>
              <a:rPr lang="pt-BR" sz="2000" noProof="0" dirty="0"/>
              <a:t> </a:t>
            </a:r>
            <a:r>
              <a:rPr lang="pt-BR" sz="2000" noProof="0" dirty="0" err="1"/>
              <a:t>dormant</a:t>
            </a:r>
            <a:r>
              <a:rPr lang="pt-BR" sz="2000" noProof="0" dirty="0"/>
              <a:t> </a:t>
            </a:r>
            <a:r>
              <a:rPr lang="pt-BR" sz="2000" noProof="0" dirty="0" err="1"/>
              <a:t>organogenic</a:t>
            </a:r>
            <a:r>
              <a:rPr lang="pt-BR" sz="2000" noProof="0" dirty="0"/>
              <a:t> </a:t>
            </a:r>
            <a:r>
              <a:rPr lang="pt-BR" sz="2000" noProof="0" dirty="0" err="1"/>
              <a:t>potential</a:t>
            </a:r>
            <a:endParaRPr lang="pt-BR" sz="2000" noProof="0" dirty="0"/>
          </a:p>
          <a:p>
            <a:endParaRPr lang="pt-BR" sz="2000" noProof="0" dirty="0"/>
          </a:p>
          <a:p>
            <a:r>
              <a:rPr lang="pt-BR" sz="2000" b="1" noProof="0" dirty="0"/>
              <a:t>- </a:t>
            </a:r>
            <a:r>
              <a:rPr lang="pt-BR" sz="2000" b="1" noProof="0" dirty="0" err="1"/>
              <a:t>Tendrils</a:t>
            </a:r>
            <a:r>
              <a:rPr lang="pt-BR" sz="2000" b="1" noProof="0" dirty="0"/>
              <a:t> = </a:t>
            </a:r>
            <a:r>
              <a:rPr lang="pt-BR" sz="2000" b="1" noProof="0" dirty="0" err="1"/>
              <a:t>modified</a:t>
            </a:r>
            <a:r>
              <a:rPr lang="pt-BR" sz="2000" b="1" noProof="0" dirty="0"/>
              <a:t> </a:t>
            </a:r>
            <a:r>
              <a:rPr lang="pt-BR" sz="2000" b="1" noProof="0" dirty="0" err="1"/>
              <a:t>branch</a:t>
            </a:r>
            <a:endParaRPr lang="pt-BR" sz="2000" b="1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73BED5-0301-874B-A184-4882F4CBE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70" y="1169550"/>
            <a:ext cx="4303060" cy="468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9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9" y="2310480"/>
            <a:ext cx="3918159" cy="29835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0" y="5294078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DAB75-E483-5647-BE85-D161C4E08F33}"/>
              </a:ext>
            </a:extLst>
          </p:cNvPr>
          <p:cNvSpPr txBox="1"/>
          <p:nvPr/>
        </p:nvSpPr>
        <p:spPr>
          <a:xfrm>
            <a:off x="4889350" y="4693914"/>
            <a:ext cx="6903919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noProof="0" dirty="0"/>
              <a:t>In a </a:t>
            </a:r>
            <a:r>
              <a:rPr lang="pt-BR" sz="2400" noProof="0" dirty="0" err="1"/>
              <a:t>branch</a:t>
            </a:r>
            <a:r>
              <a:rPr lang="pt-BR" sz="2400" noProof="0" dirty="0"/>
              <a:t> (?) </a:t>
            </a:r>
            <a:r>
              <a:rPr lang="pt-BR" sz="2400" noProof="0" dirty="0" err="1"/>
              <a:t>after</a:t>
            </a:r>
            <a:r>
              <a:rPr lang="pt-BR" sz="2400" noProof="0" dirty="0"/>
              <a:t> </a:t>
            </a:r>
            <a:r>
              <a:rPr lang="pt-BR" sz="2400" noProof="0" dirty="0" err="1"/>
              <a:t>leaves</a:t>
            </a:r>
            <a:endParaRPr lang="pt-BR" sz="2400" noProof="0" dirty="0"/>
          </a:p>
          <a:p>
            <a:endParaRPr lang="pt-BR" sz="2400" noProof="0" dirty="0"/>
          </a:p>
          <a:p>
            <a:r>
              <a:rPr lang="pt-BR" sz="2400" noProof="0" dirty="0" err="1"/>
              <a:t>Compound</a:t>
            </a:r>
            <a:r>
              <a:rPr lang="pt-BR" sz="2400" noProof="0" dirty="0"/>
              <a:t> </a:t>
            </a:r>
            <a:r>
              <a:rPr lang="pt-BR" sz="2400" noProof="0" dirty="0" err="1"/>
              <a:t>leaves</a:t>
            </a:r>
            <a:r>
              <a:rPr lang="pt-BR" sz="2400" noProof="0" dirty="0"/>
              <a:t> </a:t>
            </a:r>
            <a:r>
              <a:rPr lang="pt-BR" sz="2400" noProof="0" dirty="0" err="1"/>
              <a:t>might</a:t>
            </a:r>
            <a:r>
              <a:rPr lang="pt-BR" sz="2400" noProof="0" dirty="0"/>
              <a:t> </a:t>
            </a:r>
            <a:r>
              <a:rPr lang="pt-BR" sz="2400" noProof="0" dirty="0" err="1"/>
              <a:t>have</a:t>
            </a:r>
            <a:r>
              <a:rPr lang="pt-BR" sz="2400" noProof="0" dirty="0"/>
              <a:t> a terminal </a:t>
            </a:r>
            <a:r>
              <a:rPr lang="pt-BR" sz="2400" noProof="0" dirty="0" err="1"/>
              <a:t>leaflet</a:t>
            </a:r>
            <a:endParaRPr lang="pt-BR" sz="2400" noProof="0" dirty="0"/>
          </a:p>
          <a:p>
            <a:endParaRPr lang="pt-BR" sz="2400" b="1" noProof="0" dirty="0"/>
          </a:p>
          <a:p>
            <a:r>
              <a:rPr lang="pt-BR" sz="2400" b="1" noProof="0" dirty="0" err="1"/>
              <a:t>Tendril</a:t>
            </a:r>
            <a:r>
              <a:rPr lang="pt-BR" sz="2400" b="1" noProof="0" dirty="0"/>
              <a:t> = </a:t>
            </a:r>
            <a:r>
              <a:rPr lang="pt-BR" sz="2400" b="1" noProof="0" dirty="0" err="1"/>
              <a:t>modified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leaflet</a:t>
            </a:r>
            <a:endParaRPr lang="pt-BR" sz="2400" b="1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1A14EF-8517-CE42-8F7A-367B27B6B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44" y="1310172"/>
            <a:ext cx="4862691" cy="29835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03BB0F-3EE3-B14A-9B35-A4A25B53B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282" y="1243245"/>
            <a:ext cx="1905203" cy="293814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D056ECD-32A0-5D43-9843-CFE6DDADF0E9}"/>
              </a:ext>
            </a:extLst>
          </p:cNvPr>
          <p:cNvSpPr/>
          <p:nvPr/>
        </p:nvSpPr>
        <p:spPr>
          <a:xfrm>
            <a:off x="8264933" y="1002540"/>
            <a:ext cx="1306286" cy="1306286"/>
          </a:xfrm>
          <a:prstGeom prst="ellipse">
            <a:avLst/>
          </a:prstGeom>
          <a:noFill/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06A60A-E480-C045-A4C3-9CE1C3BBB2E3}"/>
              </a:ext>
            </a:extLst>
          </p:cNvPr>
          <p:cNvSpPr/>
          <p:nvPr/>
        </p:nvSpPr>
        <p:spPr>
          <a:xfrm>
            <a:off x="10375829" y="825258"/>
            <a:ext cx="1014861" cy="936172"/>
          </a:xfrm>
          <a:prstGeom prst="ellipse">
            <a:avLst/>
          </a:prstGeom>
          <a:noFill/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0955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07FAF-849F-CF4E-B934-CF9F32C9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15" y="876921"/>
            <a:ext cx="2652380" cy="4576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CF60E-46BD-614C-ACB3-4F4D599EB7C2}"/>
              </a:ext>
            </a:extLst>
          </p:cNvPr>
          <p:cNvSpPr txBox="1"/>
          <p:nvPr/>
        </p:nvSpPr>
        <p:spPr>
          <a:xfrm>
            <a:off x="465059" y="5501139"/>
            <a:ext cx="209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Wild </a:t>
            </a:r>
            <a:r>
              <a:rPr lang="pt-BR" noProof="0" dirty="0" err="1"/>
              <a:t>grape</a:t>
            </a:r>
            <a:r>
              <a:rPr lang="pt-BR" noProof="0" dirty="0"/>
              <a:t> – </a:t>
            </a:r>
            <a:r>
              <a:rPr lang="pt-BR" i="1" noProof="0" dirty="0" err="1"/>
              <a:t>Vitis</a:t>
            </a:r>
            <a:r>
              <a:rPr lang="pt-BR" i="1" noProof="0" dirty="0"/>
              <a:t> </a:t>
            </a:r>
            <a:r>
              <a:rPr lang="pt-BR" noProof="0" dirty="0" err="1"/>
              <a:t>sp</a:t>
            </a:r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15A29-97FA-BF43-A2EB-39775BB8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910" y="1491395"/>
            <a:ext cx="3897477" cy="296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69EB8-7C5B-9444-868D-3B2831A7F423}"/>
              </a:ext>
            </a:extLst>
          </p:cNvPr>
          <p:cNvSpPr txBox="1"/>
          <p:nvPr/>
        </p:nvSpPr>
        <p:spPr>
          <a:xfrm>
            <a:off x="3581694" y="4459244"/>
            <a:ext cx="280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Garden </a:t>
            </a:r>
            <a:r>
              <a:rPr lang="pt-BR" noProof="0" dirty="0" err="1"/>
              <a:t>pea</a:t>
            </a:r>
            <a:r>
              <a:rPr lang="pt-BR" noProof="0" dirty="0"/>
              <a:t>– </a:t>
            </a:r>
            <a:r>
              <a:rPr lang="pt-BR" i="1" noProof="0" dirty="0" err="1"/>
              <a:t>Pisum</a:t>
            </a:r>
            <a:r>
              <a:rPr lang="pt-BR" i="1" noProof="0" dirty="0"/>
              <a:t> </a:t>
            </a:r>
            <a:r>
              <a:rPr lang="pt-BR" i="1" noProof="0" dirty="0" err="1"/>
              <a:t>sativum</a:t>
            </a:r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44E24-A0F0-254D-B741-3C705872992A}"/>
              </a:ext>
            </a:extLst>
          </p:cNvPr>
          <p:cNvSpPr txBox="1"/>
          <p:nvPr/>
        </p:nvSpPr>
        <p:spPr>
          <a:xfrm>
            <a:off x="465059" y="5885259"/>
            <a:ext cx="176817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b="1" noProof="0" dirty="0" err="1"/>
              <a:t>Modified</a:t>
            </a:r>
            <a:r>
              <a:rPr lang="pt-BR" b="1" noProof="0" dirty="0"/>
              <a:t> </a:t>
            </a:r>
            <a:r>
              <a:rPr lang="pt-BR" b="1" noProof="0" dirty="0" err="1"/>
              <a:t>branch</a:t>
            </a:r>
            <a:endParaRPr lang="pt-BR" b="1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48025-B3A6-5747-B8A9-B29C50F8049A}"/>
              </a:ext>
            </a:extLst>
          </p:cNvPr>
          <p:cNvSpPr txBox="1"/>
          <p:nvPr/>
        </p:nvSpPr>
        <p:spPr>
          <a:xfrm>
            <a:off x="3581694" y="4828576"/>
            <a:ext cx="1719125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b="1" noProof="0" dirty="0" err="1"/>
              <a:t>Modified</a:t>
            </a:r>
            <a:r>
              <a:rPr lang="pt-BR" b="1" noProof="0" dirty="0"/>
              <a:t> </a:t>
            </a:r>
            <a:r>
              <a:rPr lang="pt-BR" b="1" noProof="0" dirty="0" err="1"/>
              <a:t>leaflet</a:t>
            </a:r>
            <a:endParaRPr lang="pt-BR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1AB73-3D29-234D-9790-A9DBF88E9E3B}"/>
              </a:ext>
            </a:extLst>
          </p:cNvPr>
          <p:cNvSpPr txBox="1"/>
          <p:nvPr/>
        </p:nvSpPr>
        <p:spPr>
          <a:xfrm>
            <a:off x="8018806" y="1665356"/>
            <a:ext cx="3918359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noProof="0" dirty="0" err="1"/>
              <a:t>Same</a:t>
            </a:r>
            <a:r>
              <a:rPr lang="pt-BR" sz="2400" noProof="0" dirty="0"/>
              <a:t> </a:t>
            </a:r>
            <a:r>
              <a:rPr lang="pt-BR" sz="2400" noProof="0" dirty="0" err="1"/>
              <a:t>function</a:t>
            </a:r>
            <a:endParaRPr lang="pt-BR" sz="2400" noProof="0" dirty="0"/>
          </a:p>
          <a:p>
            <a:endParaRPr lang="pt-BR" sz="2400" noProof="0" dirty="0"/>
          </a:p>
          <a:p>
            <a:r>
              <a:rPr lang="pt-BR" sz="2400" noProof="0" dirty="0" err="1"/>
              <a:t>Different</a:t>
            </a:r>
            <a:r>
              <a:rPr lang="pt-BR" sz="2400" noProof="0" dirty="0"/>
              <a:t> </a:t>
            </a:r>
            <a:r>
              <a:rPr lang="pt-BR" sz="2400" noProof="0" dirty="0" err="1"/>
              <a:t>morphological</a:t>
            </a:r>
            <a:r>
              <a:rPr lang="pt-BR" sz="2400" noProof="0" dirty="0"/>
              <a:t> </a:t>
            </a:r>
            <a:r>
              <a:rPr lang="pt-BR" sz="2400" noProof="0" dirty="0" err="1"/>
              <a:t>origin</a:t>
            </a:r>
            <a:endParaRPr lang="pt-BR" sz="2400" noProof="0" dirty="0"/>
          </a:p>
          <a:p>
            <a:endParaRPr lang="pt-BR" sz="2400" noProof="0" dirty="0"/>
          </a:p>
          <a:p>
            <a:r>
              <a:rPr lang="pt-BR" sz="2400" noProof="0" dirty="0" err="1"/>
              <a:t>We</a:t>
            </a:r>
            <a:r>
              <a:rPr lang="pt-BR" sz="2400" noProof="0" dirty="0"/>
              <a:t> are </a:t>
            </a:r>
            <a:r>
              <a:rPr lang="pt-BR" sz="2400" noProof="0" dirty="0" err="1"/>
              <a:t>not</a:t>
            </a:r>
            <a:r>
              <a:rPr lang="pt-BR" sz="2400" noProof="0" dirty="0"/>
              <a:t> </a:t>
            </a:r>
            <a:r>
              <a:rPr lang="pt-BR" sz="2400" noProof="0" dirty="0" err="1"/>
              <a:t>comparing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same</a:t>
            </a:r>
            <a:r>
              <a:rPr lang="pt-BR" sz="2400" noProof="0" dirty="0"/>
              <a:t> </a:t>
            </a:r>
            <a:r>
              <a:rPr lang="pt-BR" sz="2400" noProof="0" dirty="0" err="1"/>
              <a:t>structure</a:t>
            </a:r>
            <a:r>
              <a:rPr lang="pt-BR" sz="2400" noProof="0" dirty="0"/>
              <a:t>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3BCC6-41BE-9F4A-B1E2-BDC998FD221A}"/>
              </a:ext>
            </a:extLst>
          </p:cNvPr>
          <p:cNvSpPr txBox="1"/>
          <p:nvPr/>
        </p:nvSpPr>
        <p:spPr>
          <a:xfrm>
            <a:off x="8018806" y="4315599"/>
            <a:ext cx="3918359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b="1" noProof="0" dirty="0"/>
              <a:t>HOMOPLASY</a:t>
            </a:r>
          </a:p>
          <a:p>
            <a:endParaRPr lang="pt-BR" sz="2400" b="1" noProof="0" dirty="0"/>
          </a:p>
          <a:p>
            <a:r>
              <a:rPr lang="pt-BR" sz="2400" b="1" noProof="0" dirty="0"/>
              <a:t>	- </a:t>
            </a:r>
            <a:r>
              <a:rPr lang="pt-BR" sz="2400" b="1" noProof="0" dirty="0" err="1"/>
              <a:t>convergence</a:t>
            </a:r>
            <a:endParaRPr lang="pt-BR" sz="2400" b="1" noProof="0" dirty="0"/>
          </a:p>
          <a:p>
            <a:r>
              <a:rPr lang="pt-BR" sz="2400" b="1" noProof="0" dirty="0"/>
              <a:t>	- </a:t>
            </a:r>
            <a:r>
              <a:rPr lang="pt-BR" sz="2400" b="1" noProof="0" dirty="0" err="1"/>
              <a:t>parallelism</a:t>
            </a:r>
            <a:r>
              <a:rPr lang="pt-BR" sz="2400" b="1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7241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Homology</a:t>
            </a:r>
            <a:endParaRPr lang="pt-BR" sz="3200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7D039-3AA7-4B40-B61A-A889D19B87BF}"/>
              </a:ext>
            </a:extLst>
          </p:cNvPr>
          <p:cNvSpPr txBox="1"/>
          <p:nvPr/>
        </p:nvSpPr>
        <p:spPr>
          <a:xfrm>
            <a:off x="1037817" y="2028616"/>
            <a:ext cx="10116365" cy="28007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4400" b="1" noProof="0" dirty="0"/>
              <a:t>Making </a:t>
            </a:r>
            <a:r>
              <a:rPr lang="pt-BR" sz="4400" b="1" noProof="0" dirty="0" err="1"/>
              <a:t>sure</a:t>
            </a:r>
            <a:r>
              <a:rPr lang="pt-BR" sz="4400" b="1" noProof="0" dirty="0"/>
              <a:t> </a:t>
            </a:r>
            <a:r>
              <a:rPr lang="pt-BR" sz="4400" b="1" noProof="0" dirty="0" err="1"/>
              <a:t>your</a:t>
            </a:r>
            <a:r>
              <a:rPr lang="pt-BR" sz="4400" b="1" noProof="0" dirty="0"/>
              <a:t> </a:t>
            </a:r>
            <a:r>
              <a:rPr lang="pt-BR" sz="4400" b="1" noProof="0" dirty="0" err="1"/>
              <a:t>characters</a:t>
            </a:r>
            <a:r>
              <a:rPr lang="pt-BR" sz="4400" b="1" noProof="0" dirty="0"/>
              <a:t> are </a:t>
            </a:r>
            <a:r>
              <a:rPr lang="pt-BR" sz="4400" b="1" noProof="0" dirty="0" err="1"/>
              <a:t>homologous</a:t>
            </a:r>
            <a:r>
              <a:rPr lang="pt-BR" sz="4400" b="1" noProof="0" dirty="0"/>
              <a:t> (</a:t>
            </a:r>
            <a:r>
              <a:rPr lang="pt-BR" sz="4400" b="1" noProof="0" dirty="0" err="1"/>
              <a:t>have</a:t>
            </a:r>
            <a:r>
              <a:rPr lang="pt-BR" sz="4400" b="1" noProof="0" dirty="0"/>
              <a:t> </a:t>
            </a:r>
            <a:r>
              <a:rPr lang="pt-BR" sz="4400" b="1" noProof="0" dirty="0" err="1"/>
              <a:t>the</a:t>
            </a:r>
            <a:r>
              <a:rPr lang="pt-BR" sz="4400" b="1" noProof="0" dirty="0"/>
              <a:t> </a:t>
            </a:r>
            <a:r>
              <a:rPr lang="pt-BR" sz="4400" b="1" noProof="0" dirty="0" err="1"/>
              <a:t>same</a:t>
            </a:r>
            <a:r>
              <a:rPr lang="pt-BR" sz="4400" b="1" noProof="0" dirty="0"/>
              <a:t> EVOLUTIONARY ORIGIN) </a:t>
            </a:r>
            <a:r>
              <a:rPr lang="pt-BR" sz="4400" b="1" noProof="0" dirty="0" err="1"/>
              <a:t>is</a:t>
            </a:r>
            <a:r>
              <a:rPr lang="pt-BR" sz="4400" b="1" noProof="0" dirty="0"/>
              <a:t> a FUNDAMENTAL PREMISE </a:t>
            </a:r>
            <a:r>
              <a:rPr lang="pt-BR" sz="4400" b="1" noProof="0" dirty="0" err="1"/>
              <a:t>of</a:t>
            </a:r>
            <a:r>
              <a:rPr lang="pt-BR" sz="4400" b="1" noProof="0" dirty="0"/>
              <a:t> </a:t>
            </a:r>
            <a:r>
              <a:rPr lang="pt-BR" sz="4400" b="1" noProof="0" dirty="0" err="1"/>
              <a:t>phylogenetics</a:t>
            </a:r>
            <a:endParaRPr lang="pt-BR" sz="4400" noProof="0" dirty="0"/>
          </a:p>
        </p:txBody>
      </p:sp>
    </p:spTree>
    <p:extLst>
      <p:ext uri="{BB962C8B-B14F-4D97-AF65-F5344CB8AC3E}">
        <p14:creationId xmlns:p14="http://schemas.microsoft.com/office/powerpoint/2010/main" val="4153461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B71325-9B7B-CF46-A499-D53DE496205A}"/>
              </a:ext>
            </a:extLst>
          </p:cNvPr>
          <p:cNvGrpSpPr/>
          <p:nvPr/>
        </p:nvGrpSpPr>
        <p:grpSpPr>
          <a:xfrm>
            <a:off x="385660" y="3370779"/>
            <a:ext cx="2967791" cy="3108543"/>
            <a:chOff x="818147" y="3946358"/>
            <a:chExt cx="2967791" cy="310854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B1ABBE-03ED-4149-BFC8-46926A2CF6DA}"/>
                </a:ext>
              </a:extLst>
            </p:cNvPr>
            <p:cNvSpPr txBox="1"/>
            <p:nvPr/>
          </p:nvSpPr>
          <p:spPr>
            <a:xfrm>
              <a:off x="818147" y="3946358"/>
              <a:ext cx="288757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noProof="0" dirty="0" err="1"/>
                <a:t>Three</a:t>
              </a:r>
              <a:r>
                <a:rPr lang="pt-BR" sz="2800" noProof="0" dirty="0"/>
                <a:t> </a:t>
              </a:r>
              <a:r>
                <a:rPr lang="pt-BR" sz="2800" noProof="0" dirty="0" err="1"/>
                <a:t>characters</a:t>
              </a:r>
              <a:r>
                <a:rPr lang="pt-BR" sz="2800" noProof="0" dirty="0"/>
                <a:t>:</a:t>
              </a:r>
            </a:p>
            <a:p>
              <a:endParaRPr lang="pt-BR" sz="2800" noProof="0" dirty="0"/>
            </a:p>
            <a:p>
              <a:r>
                <a:rPr lang="pt-BR" sz="2800" noProof="0" dirty="0"/>
                <a:t>Shape   </a:t>
              </a:r>
            </a:p>
            <a:p>
              <a:endParaRPr lang="pt-BR" sz="2800" noProof="0" dirty="0"/>
            </a:p>
            <a:p>
              <a:r>
                <a:rPr lang="pt-BR" sz="2800" noProof="0" dirty="0"/>
                <a:t>Color</a:t>
              </a:r>
            </a:p>
            <a:p>
              <a:endParaRPr lang="pt-BR" sz="2800" noProof="0" dirty="0"/>
            </a:p>
            <a:p>
              <a:r>
                <a:rPr lang="pt-BR" sz="2800" noProof="0" dirty="0" err="1"/>
                <a:t>Leaf</a:t>
              </a:r>
              <a:r>
                <a:rPr lang="pt-BR" sz="2800" noProof="0" dirty="0"/>
                <a:t>           🚫</a:t>
              </a:r>
              <a:r>
                <a:rPr lang="pt-BR" sz="2800" dirty="0"/>
                <a:t>  🌿 </a:t>
              </a:r>
              <a:endParaRPr lang="pt-BR" sz="2800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F7B029D-AAB5-3045-BC22-BCB60C0EB54A}"/>
                </a:ext>
              </a:extLst>
            </p:cNvPr>
            <p:cNvSpPr/>
            <p:nvPr/>
          </p:nvSpPr>
          <p:spPr>
            <a:xfrm>
              <a:off x="2342147" y="4812632"/>
              <a:ext cx="481264" cy="4652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1307A6-35FD-3F4D-B79F-C6810384AA50}"/>
                </a:ext>
              </a:extLst>
            </p:cNvPr>
            <p:cNvSpPr/>
            <p:nvPr/>
          </p:nvSpPr>
          <p:spPr>
            <a:xfrm>
              <a:off x="3304674" y="4812632"/>
              <a:ext cx="481264" cy="465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7" name="Cloud 26">
              <a:extLst>
                <a:ext uri="{FF2B5EF4-FFF2-40B4-BE49-F238E27FC236}">
                  <a16:creationId xmlns:a16="http://schemas.microsoft.com/office/drawing/2014/main" id="{1D1E0219-EAB0-0944-959C-306BBBE7110F}"/>
                </a:ext>
              </a:extLst>
            </p:cNvPr>
            <p:cNvSpPr/>
            <p:nvPr/>
          </p:nvSpPr>
          <p:spPr>
            <a:xfrm>
              <a:off x="2342147" y="5694949"/>
              <a:ext cx="481264" cy="529389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5A80A950-8CF6-FB40-A8FB-D37683E0E2E4}"/>
                </a:ext>
              </a:extLst>
            </p:cNvPr>
            <p:cNvSpPr/>
            <p:nvPr/>
          </p:nvSpPr>
          <p:spPr>
            <a:xfrm>
              <a:off x="3304674" y="5694948"/>
              <a:ext cx="481264" cy="529389"/>
            </a:xfrm>
            <a:prstGeom prst="cloud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6ACC25-7016-324B-81D6-1F3B0F92F05F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567B0C-9159-144B-B422-EF25E612473A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7A80141-CA46-8048-8AD9-DC22B799F59F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F4264F5-0FF7-E741-B66A-47F2EDD915F2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730B62C-58D7-0243-9E86-042F6F886785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2F84E2-5EEE-D948-AEFA-DF252D216238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B2F5730-C296-3E44-AB05-6EA353FD8CA6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AC56136-4371-9B44-9D93-24B410908940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87C576-1B34-8642-9C0D-841B8C3E8D6F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0558AF3-D453-C343-B9A7-1BB926EC9589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EB1B0D8-2052-434A-A656-3FCE1C44BCE5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7F76C07-477E-D24A-A216-0D7E36FEBAB9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97BBDA-96E2-E04E-B9A6-F62A4C5FC3A1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E4CAA10-F4E9-B747-9B86-E3D33A267686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2262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B71325-9B7B-CF46-A499-D53DE496205A}"/>
              </a:ext>
            </a:extLst>
          </p:cNvPr>
          <p:cNvGrpSpPr/>
          <p:nvPr/>
        </p:nvGrpSpPr>
        <p:grpSpPr>
          <a:xfrm>
            <a:off x="385660" y="3370779"/>
            <a:ext cx="2967791" cy="3108543"/>
            <a:chOff x="818147" y="3946358"/>
            <a:chExt cx="2967791" cy="310854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B1ABBE-03ED-4149-BFC8-46926A2CF6DA}"/>
                </a:ext>
              </a:extLst>
            </p:cNvPr>
            <p:cNvSpPr txBox="1"/>
            <p:nvPr/>
          </p:nvSpPr>
          <p:spPr>
            <a:xfrm>
              <a:off x="818147" y="3946358"/>
              <a:ext cx="288757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noProof="0" dirty="0" err="1"/>
                <a:t>Three</a:t>
              </a:r>
              <a:r>
                <a:rPr lang="pt-BR" sz="2800" noProof="0" dirty="0"/>
                <a:t> </a:t>
              </a:r>
              <a:r>
                <a:rPr lang="pt-BR" sz="2800" noProof="0" dirty="0" err="1"/>
                <a:t>characters</a:t>
              </a:r>
              <a:r>
                <a:rPr lang="pt-BR" sz="2800" noProof="0" dirty="0"/>
                <a:t>:</a:t>
              </a:r>
            </a:p>
            <a:p>
              <a:endParaRPr lang="pt-BR" sz="2800" noProof="0" dirty="0"/>
            </a:p>
            <a:p>
              <a:r>
                <a:rPr lang="pt-BR" sz="2800" noProof="0" dirty="0"/>
                <a:t>Shape   </a:t>
              </a:r>
            </a:p>
            <a:p>
              <a:endParaRPr lang="pt-BR" sz="2800" noProof="0" dirty="0"/>
            </a:p>
            <a:p>
              <a:r>
                <a:rPr lang="pt-BR" sz="2800" noProof="0" dirty="0"/>
                <a:t>Color</a:t>
              </a:r>
            </a:p>
            <a:p>
              <a:endParaRPr lang="pt-BR" sz="2800" noProof="0" dirty="0"/>
            </a:p>
            <a:p>
              <a:r>
                <a:rPr lang="pt-BR" sz="2800" noProof="0" dirty="0" err="1"/>
                <a:t>Leaf</a:t>
              </a:r>
              <a:r>
                <a:rPr lang="pt-BR" sz="2800" noProof="0" dirty="0"/>
                <a:t>           🚫</a:t>
              </a:r>
              <a:r>
                <a:rPr lang="pt-BR" sz="2800" dirty="0"/>
                <a:t>  🌿</a:t>
              </a:r>
              <a:endParaRPr lang="pt-BR" sz="2800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F7B029D-AAB5-3045-BC22-BCB60C0EB54A}"/>
                </a:ext>
              </a:extLst>
            </p:cNvPr>
            <p:cNvSpPr/>
            <p:nvPr/>
          </p:nvSpPr>
          <p:spPr>
            <a:xfrm>
              <a:off x="2342147" y="4812632"/>
              <a:ext cx="481264" cy="4652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1307A6-35FD-3F4D-B79F-C6810384AA50}"/>
                </a:ext>
              </a:extLst>
            </p:cNvPr>
            <p:cNvSpPr/>
            <p:nvPr/>
          </p:nvSpPr>
          <p:spPr>
            <a:xfrm>
              <a:off x="3304674" y="4812632"/>
              <a:ext cx="481264" cy="465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7" name="Cloud 26">
              <a:extLst>
                <a:ext uri="{FF2B5EF4-FFF2-40B4-BE49-F238E27FC236}">
                  <a16:creationId xmlns:a16="http://schemas.microsoft.com/office/drawing/2014/main" id="{1D1E0219-EAB0-0944-959C-306BBBE7110F}"/>
                </a:ext>
              </a:extLst>
            </p:cNvPr>
            <p:cNvSpPr/>
            <p:nvPr/>
          </p:nvSpPr>
          <p:spPr>
            <a:xfrm>
              <a:off x="2342147" y="5694949"/>
              <a:ext cx="481264" cy="529389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5A80A950-8CF6-FB40-A8FB-D37683E0E2E4}"/>
                </a:ext>
              </a:extLst>
            </p:cNvPr>
            <p:cNvSpPr/>
            <p:nvPr/>
          </p:nvSpPr>
          <p:spPr>
            <a:xfrm>
              <a:off x="3304674" y="5694948"/>
              <a:ext cx="481264" cy="529389"/>
            </a:xfrm>
            <a:prstGeom prst="cloud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4F305AD-E063-BF44-922D-3CDE499EC271}"/>
              </a:ext>
            </a:extLst>
          </p:cNvPr>
          <p:cNvSpPr txBox="1"/>
          <p:nvPr/>
        </p:nvSpPr>
        <p:spPr>
          <a:xfrm>
            <a:off x="5446554" y="3461547"/>
            <a:ext cx="59901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 err="1"/>
              <a:t>Transforming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characters</a:t>
            </a:r>
            <a:r>
              <a:rPr lang="pt-BR" sz="2800" noProof="0" dirty="0"/>
              <a:t> </a:t>
            </a:r>
            <a:r>
              <a:rPr lang="pt-BR" sz="2800" noProof="0" dirty="0" err="1"/>
              <a:t>into</a:t>
            </a:r>
            <a:r>
              <a:rPr lang="pt-BR" sz="2800" noProof="0" dirty="0"/>
              <a:t> </a:t>
            </a:r>
            <a:r>
              <a:rPr lang="pt-BR" sz="2800" noProof="0" dirty="0" err="1"/>
              <a:t>binary</a:t>
            </a:r>
            <a:r>
              <a:rPr lang="pt-BR" sz="2800" noProof="0" dirty="0"/>
              <a:t>:</a:t>
            </a:r>
          </a:p>
          <a:p>
            <a:endParaRPr lang="pt-BR" sz="2800" noProof="0" dirty="0"/>
          </a:p>
          <a:p>
            <a:r>
              <a:rPr lang="pt-BR" sz="2800" noProof="0" dirty="0"/>
              <a:t>Shape: 0 – </a:t>
            </a:r>
            <a:r>
              <a:rPr lang="pt-BR" sz="2800" noProof="0" dirty="0" err="1"/>
              <a:t>square</a:t>
            </a:r>
            <a:r>
              <a:rPr lang="pt-BR" sz="2800" noProof="0" dirty="0"/>
              <a:t> / 1 – round   </a:t>
            </a:r>
          </a:p>
          <a:p>
            <a:endParaRPr lang="pt-BR" sz="2800" noProof="0" dirty="0"/>
          </a:p>
          <a:p>
            <a:r>
              <a:rPr lang="pt-BR" sz="2800" noProof="0" dirty="0"/>
              <a:t>Color: 0 – </a:t>
            </a:r>
            <a:r>
              <a:rPr lang="pt-BR" sz="2800" noProof="0" dirty="0" err="1"/>
              <a:t>purple</a:t>
            </a:r>
            <a:r>
              <a:rPr lang="pt-BR" sz="2800" noProof="0" dirty="0"/>
              <a:t> / 1 – </a:t>
            </a:r>
            <a:r>
              <a:rPr lang="pt-BR" sz="2800" noProof="0" dirty="0" err="1"/>
              <a:t>red</a:t>
            </a:r>
            <a:r>
              <a:rPr lang="pt-BR" sz="2800" noProof="0" dirty="0"/>
              <a:t> </a:t>
            </a:r>
          </a:p>
          <a:p>
            <a:endParaRPr lang="pt-BR" sz="2800" noProof="0" dirty="0"/>
          </a:p>
          <a:p>
            <a:r>
              <a:rPr lang="pt-BR" sz="2800" noProof="0" dirty="0" err="1"/>
              <a:t>Leaf</a:t>
            </a:r>
            <a:r>
              <a:rPr lang="pt-BR" sz="2800" noProof="0" dirty="0"/>
              <a:t>: 0 – </a:t>
            </a:r>
            <a:r>
              <a:rPr lang="pt-BR" sz="2800" noProof="0" dirty="0" err="1"/>
              <a:t>absent</a:t>
            </a:r>
            <a:r>
              <a:rPr lang="pt-BR" sz="2800" noProof="0" dirty="0"/>
              <a:t> / 1 – </a:t>
            </a:r>
            <a:r>
              <a:rPr lang="pt-BR" sz="2800" noProof="0" dirty="0" err="1"/>
              <a:t>present</a:t>
            </a:r>
            <a:r>
              <a:rPr lang="pt-BR" sz="2800" noProof="0" dirty="0"/>
              <a:t>     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E91D25-E536-CCC7-A424-42B30963A2CF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C747B6-3142-8131-0861-3EC251F08AEE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0A5C35-C0E0-B414-DB00-4C5AC7D595D1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3C4E59-B50E-C5FB-FFDF-F350B6E4691B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6025E1-7BBF-3061-0E30-6D61BB3D952C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2C775B-8C6A-3787-79E2-2C0ED1A4C23F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C0B6C8-17C7-BD0D-EE79-8E6C6112A0C2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937B45-BCD2-E197-7D48-774B08CD2B15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9BBB8C-5850-01AD-C8C6-CD158671AB3C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BEE2E0-9662-D6A5-0D14-3AFF20AE028E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79C97E-24A8-CD27-1E23-CF5F7FD3E040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125DBD-FBF5-7BA0-82E8-BF056A670960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361E16-DC00-9261-D1CF-E4C606CB0880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5902636-DD10-2F11-6AE2-95FBF54DD444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7775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F305AD-E063-BF44-922D-3CDE499EC271}"/>
              </a:ext>
            </a:extLst>
          </p:cNvPr>
          <p:cNvSpPr txBox="1"/>
          <p:nvPr/>
        </p:nvSpPr>
        <p:spPr>
          <a:xfrm>
            <a:off x="136310" y="3744637"/>
            <a:ext cx="40876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 err="1"/>
              <a:t>Binary</a:t>
            </a:r>
            <a:r>
              <a:rPr lang="pt-BR" sz="2400" noProof="0" dirty="0"/>
              <a:t>:</a:t>
            </a:r>
          </a:p>
          <a:p>
            <a:endParaRPr lang="pt-BR" sz="2400" noProof="0" dirty="0"/>
          </a:p>
          <a:p>
            <a:r>
              <a:rPr lang="pt-BR" sz="2400" noProof="0" dirty="0"/>
              <a:t>Shape: 0 – </a:t>
            </a:r>
            <a:r>
              <a:rPr lang="pt-BR" sz="2400" noProof="0" dirty="0" err="1"/>
              <a:t>square</a:t>
            </a:r>
            <a:r>
              <a:rPr lang="pt-BR" sz="2400" noProof="0" dirty="0"/>
              <a:t> / 1 –  round  </a:t>
            </a:r>
          </a:p>
          <a:p>
            <a:endParaRPr lang="pt-BR" sz="2400" noProof="0" dirty="0"/>
          </a:p>
          <a:p>
            <a:r>
              <a:rPr lang="pt-BR" sz="2400" noProof="0" dirty="0"/>
              <a:t>Color: 0 – </a:t>
            </a:r>
            <a:r>
              <a:rPr lang="pt-BR" sz="2400" noProof="0" dirty="0" err="1"/>
              <a:t>purple</a:t>
            </a:r>
            <a:r>
              <a:rPr lang="pt-BR" sz="2400" noProof="0" dirty="0"/>
              <a:t> / 1 – </a:t>
            </a:r>
            <a:r>
              <a:rPr lang="pt-BR" sz="2400" noProof="0" dirty="0" err="1"/>
              <a:t>red</a:t>
            </a:r>
            <a:r>
              <a:rPr lang="pt-BR" sz="2400" noProof="0" dirty="0"/>
              <a:t> </a:t>
            </a:r>
          </a:p>
          <a:p>
            <a:endParaRPr lang="pt-BR" sz="2400" noProof="0" dirty="0"/>
          </a:p>
          <a:p>
            <a:r>
              <a:rPr lang="pt-BR" sz="2400" noProof="0" dirty="0" err="1"/>
              <a:t>Leaf</a:t>
            </a:r>
            <a:r>
              <a:rPr lang="pt-BR" sz="2400" noProof="0" dirty="0"/>
              <a:t>: 0 – </a:t>
            </a:r>
            <a:r>
              <a:rPr lang="pt-BR" sz="2400" noProof="0" dirty="0" err="1"/>
              <a:t>absent</a:t>
            </a:r>
            <a:r>
              <a:rPr lang="pt-BR" sz="2400" noProof="0" dirty="0"/>
              <a:t> / 1 – </a:t>
            </a:r>
            <a:r>
              <a:rPr lang="pt-BR" sz="2400" noProof="0" dirty="0" err="1"/>
              <a:t>present</a:t>
            </a:r>
            <a:r>
              <a:rPr lang="pt-BR" sz="2400" noProof="0" dirty="0"/>
              <a:t>     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D5119E-BA75-7646-8F8F-08453607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882463"/>
              </p:ext>
            </p:extLst>
          </p:nvPr>
        </p:nvGraphicFramePr>
        <p:xfrm>
          <a:off x="6791778" y="4136293"/>
          <a:ext cx="489840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602">
                  <a:extLst>
                    <a:ext uri="{9D8B030D-6E8A-4147-A177-3AD203B41FA5}">
                      <a16:colId xmlns:a16="http://schemas.microsoft.com/office/drawing/2014/main" val="20846105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99932280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167539670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1713924312"/>
                    </a:ext>
                  </a:extLst>
                </a:gridCol>
              </a:tblGrid>
              <a:tr h="388812">
                <a:tc>
                  <a:txBody>
                    <a:bodyPr/>
                    <a:lstStyle/>
                    <a:p>
                      <a:endParaRPr lang="pt-BR" sz="2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 err="1"/>
                        <a:t>Leaf</a:t>
                      </a:r>
                      <a:endParaRPr lang="pt-BR" sz="2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36021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43045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96392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7347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8182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A34B736-B27B-7341-7F25-55E8D6B578D3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0287EB-F531-9EDC-0E8C-E5B055BF19E7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DCCA96-5722-7CEF-4A66-4450886B399F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401B87-1E7E-84B4-DF62-B3065C40A921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2135C7-82C3-98C5-ACD0-7AFFFE93BF04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D3D9D0-9FFC-C14C-BCB7-945DCFEE9570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478FCF-B4E1-A909-6C39-DFF1B5E091D7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9EA1DB-2495-8C79-F551-067020E83748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EE994B-5182-520D-A2BF-110E8DD4AEEB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5BE8EC-8368-3809-E3E3-5EC84E1756ED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36B242-88A0-AC84-28B9-772D08DEA011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E44407-0D39-206C-CF1D-8BDBBCADFC55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7BFF49-9ECB-3385-12EE-3706BA65A091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FB75DBF-F5AF-25CA-B709-AB3E4EAFE963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1462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D5119E-BA75-7646-8F8F-08453607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46302"/>
              </p:ext>
            </p:extLst>
          </p:nvPr>
        </p:nvGraphicFramePr>
        <p:xfrm>
          <a:off x="342852" y="4395158"/>
          <a:ext cx="489840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602">
                  <a:extLst>
                    <a:ext uri="{9D8B030D-6E8A-4147-A177-3AD203B41FA5}">
                      <a16:colId xmlns:a16="http://schemas.microsoft.com/office/drawing/2014/main" val="20846105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99932280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167539670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1713924312"/>
                    </a:ext>
                  </a:extLst>
                </a:gridCol>
              </a:tblGrid>
              <a:tr h="388812">
                <a:tc>
                  <a:txBody>
                    <a:bodyPr/>
                    <a:lstStyle/>
                    <a:p>
                      <a:endParaRPr lang="pt-BR" sz="2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Color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noProof="0" dirty="0" err="1"/>
                        <a:t>Leaf</a:t>
                      </a:r>
                      <a:endParaRPr lang="pt-BR" sz="2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36021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43045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96392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7347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8182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8470232" y="4235116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A964E-9F25-CC4A-9572-955DB31F310E}"/>
              </a:ext>
            </a:extLst>
          </p:cNvPr>
          <p:cNvCxnSpPr>
            <a:cxnSpLocks/>
          </p:cNvCxnSpPr>
          <p:nvPr/>
        </p:nvCxnSpPr>
        <p:spPr>
          <a:xfrm flipH="1" flipV="1">
            <a:off x="7113620" y="4235115"/>
            <a:ext cx="1500525" cy="19141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0F4644-E9D1-D643-9808-58B1D8E721B9}"/>
              </a:ext>
            </a:extLst>
          </p:cNvPr>
          <p:cNvSpPr txBox="1"/>
          <p:nvPr/>
        </p:nvSpPr>
        <p:spPr>
          <a:xfrm>
            <a:off x="6842237" y="3725840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4C8DAD-E82B-3345-9D2B-0C8C252EB414}"/>
              </a:ext>
            </a:extLst>
          </p:cNvPr>
          <p:cNvSpPr txBox="1"/>
          <p:nvPr/>
        </p:nvSpPr>
        <p:spPr>
          <a:xfrm>
            <a:off x="10730684" y="3719521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F5713-F47C-A04A-AACC-1A72263D7102}"/>
              </a:ext>
            </a:extLst>
          </p:cNvPr>
          <p:cNvSpPr txBox="1"/>
          <p:nvPr/>
        </p:nvSpPr>
        <p:spPr>
          <a:xfrm>
            <a:off x="9288643" y="6186520"/>
            <a:ext cx="2215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C(A, B, D)</a:t>
            </a:r>
            <a:endParaRPr lang="pt-BR" sz="4800" b="1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3CE22B-3B89-4840-B7C5-D8301268896E}"/>
              </a:ext>
            </a:extLst>
          </p:cNvPr>
          <p:cNvCxnSpPr>
            <a:cxnSpLocks/>
          </p:cNvCxnSpPr>
          <p:nvPr/>
        </p:nvCxnSpPr>
        <p:spPr>
          <a:xfrm flipH="1" flipV="1">
            <a:off x="8468111" y="4228191"/>
            <a:ext cx="1354888" cy="9175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FAB115-D33B-8C4C-9B0B-617A848C21BA}"/>
              </a:ext>
            </a:extLst>
          </p:cNvPr>
          <p:cNvCxnSpPr>
            <a:cxnSpLocks/>
          </p:cNvCxnSpPr>
          <p:nvPr/>
        </p:nvCxnSpPr>
        <p:spPr>
          <a:xfrm flipH="1" flipV="1">
            <a:off x="9822999" y="4209440"/>
            <a:ext cx="19428" cy="928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FEB0DB-8873-514E-82E6-9F12080B73EC}"/>
              </a:ext>
            </a:extLst>
          </p:cNvPr>
          <p:cNvSpPr txBox="1"/>
          <p:nvPr/>
        </p:nvSpPr>
        <p:spPr>
          <a:xfrm>
            <a:off x="8222093" y="3709497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1B5C63-4EA1-C34B-8F10-513CD148932B}"/>
              </a:ext>
            </a:extLst>
          </p:cNvPr>
          <p:cNvSpPr txBox="1"/>
          <p:nvPr/>
        </p:nvSpPr>
        <p:spPr>
          <a:xfrm>
            <a:off x="9621799" y="3709498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9DB4B-4CF8-4643-A52F-5A6E517B2DE4}"/>
              </a:ext>
            </a:extLst>
          </p:cNvPr>
          <p:cNvSpPr/>
          <p:nvPr/>
        </p:nvSpPr>
        <p:spPr>
          <a:xfrm>
            <a:off x="9007531" y="5538158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Cloud 41">
            <a:extLst>
              <a:ext uri="{FF2B5EF4-FFF2-40B4-BE49-F238E27FC236}">
                <a16:creationId xmlns:a16="http://schemas.microsoft.com/office/drawing/2014/main" id="{1E7AC273-B97E-7A48-A3D8-6530AD012659}"/>
              </a:ext>
            </a:extLst>
          </p:cNvPr>
          <p:cNvSpPr/>
          <p:nvPr/>
        </p:nvSpPr>
        <p:spPr>
          <a:xfrm>
            <a:off x="9601794" y="5379599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95A146-9D43-D534-C237-62A3D3AE8EBA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072614-26C4-F278-E13C-F8CF2E4BC5B1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E3C00E-7A3E-B019-22FD-3CBEB6C557BB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A9765-9058-9B81-8A12-7A63C9052B64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5FD9D-A24B-AE18-1AD2-0518C5F464DD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72DFC1-C311-7A75-C7D7-C0C8DECC24D0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6091EC-5057-2845-5E7A-F144695EAF36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616D8-588A-6FB5-8271-20985AE32153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E5F45D7-B87A-2B76-5785-872243402C98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6D0570-5B37-6E78-5025-2B9C9855090B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DEFCED-5C7B-B885-157E-4F0C3D33DB4D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F8CD5A-DD74-8A50-AEE8-5283336C8B25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FF2C1C-A970-0188-DBC9-07D7E6EF2C8E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FD2DE6-8C8F-4459-F03C-C98A11538C6F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7455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D5119E-BA75-7646-8F8F-08453607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11763"/>
              </p:ext>
            </p:extLst>
          </p:nvPr>
        </p:nvGraphicFramePr>
        <p:xfrm>
          <a:off x="342852" y="3987225"/>
          <a:ext cx="489840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602">
                  <a:extLst>
                    <a:ext uri="{9D8B030D-6E8A-4147-A177-3AD203B41FA5}">
                      <a16:colId xmlns:a16="http://schemas.microsoft.com/office/drawing/2014/main" val="20846105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99932280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167539670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1713924312"/>
                    </a:ext>
                  </a:extLst>
                </a:gridCol>
              </a:tblGrid>
              <a:tr h="388812">
                <a:tc>
                  <a:txBody>
                    <a:bodyPr/>
                    <a:lstStyle/>
                    <a:p>
                      <a:endParaRPr lang="pt-BR" sz="2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Shape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Color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noProof="0" dirty="0" err="1"/>
                        <a:t>Leaf</a:t>
                      </a:r>
                      <a:endParaRPr lang="pt-BR" sz="2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36021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43045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96392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7347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8182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8470232" y="4235116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A964E-9F25-CC4A-9572-955DB31F310E}"/>
              </a:ext>
            </a:extLst>
          </p:cNvPr>
          <p:cNvCxnSpPr>
            <a:cxnSpLocks/>
          </p:cNvCxnSpPr>
          <p:nvPr/>
        </p:nvCxnSpPr>
        <p:spPr>
          <a:xfrm flipH="1" flipV="1">
            <a:off x="7113620" y="4235115"/>
            <a:ext cx="1500525" cy="19141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0F4644-E9D1-D643-9808-58B1D8E721B9}"/>
              </a:ext>
            </a:extLst>
          </p:cNvPr>
          <p:cNvSpPr txBox="1"/>
          <p:nvPr/>
        </p:nvSpPr>
        <p:spPr>
          <a:xfrm>
            <a:off x="6842237" y="3725840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4C8DAD-E82B-3345-9D2B-0C8C252EB414}"/>
              </a:ext>
            </a:extLst>
          </p:cNvPr>
          <p:cNvSpPr txBox="1"/>
          <p:nvPr/>
        </p:nvSpPr>
        <p:spPr>
          <a:xfrm>
            <a:off x="10730684" y="3719521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F5713-F47C-A04A-AACC-1A72263D7102}"/>
              </a:ext>
            </a:extLst>
          </p:cNvPr>
          <p:cNvSpPr txBox="1"/>
          <p:nvPr/>
        </p:nvSpPr>
        <p:spPr>
          <a:xfrm>
            <a:off x="9288643" y="6186520"/>
            <a:ext cx="2215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C(A (B, D)</a:t>
            </a:r>
            <a:endParaRPr lang="pt-BR" sz="4800" b="1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3CE22B-3B89-4840-B7C5-D8301268896E}"/>
              </a:ext>
            </a:extLst>
          </p:cNvPr>
          <p:cNvCxnSpPr>
            <a:cxnSpLocks/>
          </p:cNvCxnSpPr>
          <p:nvPr/>
        </p:nvCxnSpPr>
        <p:spPr>
          <a:xfrm flipH="1" flipV="1">
            <a:off x="8468112" y="4228191"/>
            <a:ext cx="1067121" cy="11860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FAB115-D33B-8C4C-9B0B-617A848C21BA}"/>
              </a:ext>
            </a:extLst>
          </p:cNvPr>
          <p:cNvCxnSpPr>
            <a:cxnSpLocks/>
          </p:cNvCxnSpPr>
          <p:nvPr/>
        </p:nvCxnSpPr>
        <p:spPr>
          <a:xfrm flipH="1" flipV="1">
            <a:off x="9444582" y="4228191"/>
            <a:ext cx="630290" cy="718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FEB0DB-8873-514E-82E6-9F12080B73EC}"/>
              </a:ext>
            </a:extLst>
          </p:cNvPr>
          <p:cNvSpPr txBox="1"/>
          <p:nvPr/>
        </p:nvSpPr>
        <p:spPr>
          <a:xfrm>
            <a:off x="8222093" y="3709497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1B5C63-4EA1-C34B-8F10-513CD148932B}"/>
              </a:ext>
            </a:extLst>
          </p:cNvPr>
          <p:cNvSpPr txBox="1"/>
          <p:nvPr/>
        </p:nvSpPr>
        <p:spPr>
          <a:xfrm>
            <a:off x="9256198" y="3730121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9DB4B-4CF8-4643-A52F-5A6E517B2DE4}"/>
              </a:ext>
            </a:extLst>
          </p:cNvPr>
          <p:cNvSpPr/>
          <p:nvPr/>
        </p:nvSpPr>
        <p:spPr>
          <a:xfrm>
            <a:off x="9007531" y="5538158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Cloud 41">
            <a:extLst>
              <a:ext uri="{FF2B5EF4-FFF2-40B4-BE49-F238E27FC236}">
                <a16:creationId xmlns:a16="http://schemas.microsoft.com/office/drawing/2014/main" id="{1E7AC273-B97E-7A48-A3D8-6530AD012659}"/>
              </a:ext>
            </a:extLst>
          </p:cNvPr>
          <p:cNvSpPr/>
          <p:nvPr/>
        </p:nvSpPr>
        <p:spPr>
          <a:xfrm>
            <a:off x="9601794" y="5379599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6F51A4-9059-9D4C-9C53-2C5366B94EB2}"/>
              </a:ext>
            </a:extLst>
          </p:cNvPr>
          <p:cNvSpPr/>
          <p:nvPr/>
        </p:nvSpPr>
        <p:spPr>
          <a:xfrm>
            <a:off x="9697453" y="4998550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73E8526-644A-3A4C-A5FC-02E3B7DAC57C}"/>
              </a:ext>
            </a:extLst>
          </p:cNvPr>
          <p:cNvSpPr/>
          <p:nvPr/>
        </p:nvSpPr>
        <p:spPr>
          <a:xfrm>
            <a:off x="10302061" y="4845210"/>
            <a:ext cx="481264" cy="4652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EAB3CB-E57A-34A7-0669-926EAFDC33AA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AC45-128E-728C-1444-0BDA8BFD28C9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E48781-5898-F66A-CDB0-1DE2790A6A92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C0BBD4-7310-10B0-5A88-E8790CE35A31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8A8053-C13E-AEEC-996E-AD975578067B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F2D463-48F7-4864-D9B4-33DB5152CCA7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AA7B87-342D-5D3E-3BE5-CA75A83E35C5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E9161A-ADC5-3F8D-68A0-7DC8C5BD817F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E3B8CA2-1893-C123-F174-7B9F9F93E0D3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3A9DB1-9C6C-E0C4-30EA-359C2C9073FB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3734E8-39D5-30B4-6CFF-3FBB53A1CAFF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3F6F82-7B59-96AD-4FB7-81E78362050C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26CA9E-7A52-DEED-C8CF-E378859C7548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2B44FAA-9749-09EC-0B65-8AF7F374FD27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174922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D5119E-BA75-7646-8F8F-08453607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86744"/>
              </p:ext>
            </p:extLst>
          </p:nvPr>
        </p:nvGraphicFramePr>
        <p:xfrm>
          <a:off x="342852" y="3987225"/>
          <a:ext cx="489840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602">
                  <a:extLst>
                    <a:ext uri="{9D8B030D-6E8A-4147-A177-3AD203B41FA5}">
                      <a16:colId xmlns:a16="http://schemas.microsoft.com/office/drawing/2014/main" val="20846105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999322809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2167539670"/>
                    </a:ext>
                  </a:extLst>
                </a:gridCol>
                <a:gridCol w="1224602">
                  <a:extLst>
                    <a:ext uri="{9D8B030D-6E8A-4147-A177-3AD203B41FA5}">
                      <a16:colId xmlns:a16="http://schemas.microsoft.com/office/drawing/2014/main" val="1713924312"/>
                    </a:ext>
                  </a:extLst>
                </a:gridCol>
              </a:tblGrid>
              <a:tr h="388812">
                <a:tc>
                  <a:txBody>
                    <a:bodyPr/>
                    <a:lstStyle/>
                    <a:p>
                      <a:endParaRPr lang="pt-BR" sz="2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Shape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Color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noProof="0" dirty="0" err="1"/>
                        <a:t>Leaf</a:t>
                      </a:r>
                      <a:endParaRPr lang="pt-BR" sz="2400" b="1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36021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743045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96392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73478"/>
                  </a:ext>
                </a:extLst>
              </a:tr>
              <a:tr h="394213">
                <a:tc>
                  <a:txBody>
                    <a:bodyPr/>
                    <a:lstStyle/>
                    <a:p>
                      <a:r>
                        <a:rPr lang="pt-BR" sz="2400" b="1" noProof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noProof="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8182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8470232" y="4235116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A964E-9F25-CC4A-9572-955DB31F310E}"/>
              </a:ext>
            </a:extLst>
          </p:cNvPr>
          <p:cNvCxnSpPr>
            <a:cxnSpLocks/>
          </p:cNvCxnSpPr>
          <p:nvPr/>
        </p:nvCxnSpPr>
        <p:spPr>
          <a:xfrm flipH="1" flipV="1">
            <a:off x="7113620" y="4235115"/>
            <a:ext cx="1500525" cy="19141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0F4644-E9D1-D643-9808-58B1D8E721B9}"/>
              </a:ext>
            </a:extLst>
          </p:cNvPr>
          <p:cNvSpPr txBox="1"/>
          <p:nvPr/>
        </p:nvSpPr>
        <p:spPr>
          <a:xfrm>
            <a:off x="6842237" y="3725840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4C8DAD-E82B-3345-9D2B-0C8C252EB414}"/>
              </a:ext>
            </a:extLst>
          </p:cNvPr>
          <p:cNvSpPr txBox="1"/>
          <p:nvPr/>
        </p:nvSpPr>
        <p:spPr>
          <a:xfrm>
            <a:off x="10730684" y="3719521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F5713-F47C-A04A-AACC-1A72263D7102}"/>
              </a:ext>
            </a:extLst>
          </p:cNvPr>
          <p:cNvSpPr txBox="1"/>
          <p:nvPr/>
        </p:nvSpPr>
        <p:spPr>
          <a:xfrm>
            <a:off x="9288643" y="6186520"/>
            <a:ext cx="2215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C(A (B, D)</a:t>
            </a:r>
            <a:endParaRPr lang="pt-BR" sz="4800" b="1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3CE22B-3B89-4840-B7C5-D8301268896E}"/>
              </a:ext>
            </a:extLst>
          </p:cNvPr>
          <p:cNvCxnSpPr>
            <a:cxnSpLocks/>
          </p:cNvCxnSpPr>
          <p:nvPr/>
        </p:nvCxnSpPr>
        <p:spPr>
          <a:xfrm flipH="1" flipV="1">
            <a:off x="8468112" y="4228191"/>
            <a:ext cx="1067121" cy="11860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FAB115-D33B-8C4C-9B0B-617A848C21BA}"/>
              </a:ext>
            </a:extLst>
          </p:cNvPr>
          <p:cNvCxnSpPr>
            <a:cxnSpLocks/>
          </p:cNvCxnSpPr>
          <p:nvPr/>
        </p:nvCxnSpPr>
        <p:spPr>
          <a:xfrm flipH="1" flipV="1">
            <a:off x="9444582" y="4228191"/>
            <a:ext cx="630290" cy="718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FEB0DB-8873-514E-82E6-9F12080B73EC}"/>
              </a:ext>
            </a:extLst>
          </p:cNvPr>
          <p:cNvSpPr txBox="1"/>
          <p:nvPr/>
        </p:nvSpPr>
        <p:spPr>
          <a:xfrm>
            <a:off x="8222093" y="3709497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1B5C63-4EA1-C34B-8F10-513CD148932B}"/>
              </a:ext>
            </a:extLst>
          </p:cNvPr>
          <p:cNvSpPr txBox="1"/>
          <p:nvPr/>
        </p:nvSpPr>
        <p:spPr>
          <a:xfrm>
            <a:off x="9256198" y="3730121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9DB4B-4CF8-4643-A52F-5A6E517B2DE4}"/>
              </a:ext>
            </a:extLst>
          </p:cNvPr>
          <p:cNvSpPr/>
          <p:nvPr/>
        </p:nvSpPr>
        <p:spPr>
          <a:xfrm>
            <a:off x="9007531" y="5538158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Cloud 41">
            <a:extLst>
              <a:ext uri="{FF2B5EF4-FFF2-40B4-BE49-F238E27FC236}">
                <a16:creationId xmlns:a16="http://schemas.microsoft.com/office/drawing/2014/main" id="{1E7AC273-B97E-7A48-A3D8-6530AD012659}"/>
              </a:ext>
            </a:extLst>
          </p:cNvPr>
          <p:cNvSpPr/>
          <p:nvPr/>
        </p:nvSpPr>
        <p:spPr>
          <a:xfrm>
            <a:off x="9601794" y="5379599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6F51A4-9059-9D4C-9C53-2C5366B94EB2}"/>
              </a:ext>
            </a:extLst>
          </p:cNvPr>
          <p:cNvSpPr/>
          <p:nvPr/>
        </p:nvSpPr>
        <p:spPr>
          <a:xfrm>
            <a:off x="9697453" y="4998550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73E8526-644A-3A4C-A5FC-02E3B7DAC57C}"/>
              </a:ext>
            </a:extLst>
          </p:cNvPr>
          <p:cNvSpPr/>
          <p:nvPr/>
        </p:nvSpPr>
        <p:spPr>
          <a:xfrm>
            <a:off x="10302061" y="4845210"/>
            <a:ext cx="481264" cy="4652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B16F25-539A-CE4F-A4BA-F055957D8284}"/>
              </a:ext>
            </a:extLst>
          </p:cNvPr>
          <p:cNvSpPr/>
          <p:nvPr/>
        </p:nvSpPr>
        <p:spPr>
          <a:xfrm>
            <a:off x="10325764" y="4468098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30A62-92CB-E142-8D7E-D08CD5E9D066}"/>
              </a:ext>
            </a:extLst>
          </p:cNvPr>
          <p:cNvSpPr txBox="1"/>
          <p:nvPr/>
        </p:nvSpPr>
        <p:spPr>
          <a:xfrm>
            <a:off x="10857131" y="43853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🌿</a:t>
            </a:r>
            <a:endParaRPr lang="pt-BR" sz="2000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E72D3B-5A5D-761A-F1E2-EE953C6C6733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C130C4-0693-E40B-3C37-DF24CE30F7ED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44E3BF-F2CE-38E4-03B3-77C69B7A25CE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036431-07F6-D8FB-EC0E-E625C6F2BFB6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8A7E94-4A84-A284-51A3-F1D28BFA03BD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4F96C77-3946-DB88-AB29-16C2037C7B84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E1A9F0-4543-7B81-EAAC-8E4C9E4CE4FE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213E23-E6C5-D7AA-EE4B-DA4AE795C336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91225EE-B3EE-E2BB-4B86-3D7C0C8C2D2F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7BC45C-38CF-CD95-28B0-AB42CE58A08A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64D06A-971D-9268-826C-2C80AC1E482A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8EE42C2-21CA-7B45-881C-DE718041E976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19E9A4-DB8F-46E2-7BFF-3912A4D85DC8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F37D0B7-9F14-BC15-A85A-1640A2BB8ED4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7332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1815990" y="4721711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D4A668F-A00E-4848-A963-D64F658E39E8}"/>
              </a:ext>
            </a:extLst>
          </p:cNvPr>
          <p:cNvGrpSpPr/>
          <p:nvPr/>
        </p:nvGrpSpPr>
        <p:grpSpPr>
          <a:xfrm>
            <a:off x="171804" y="4211525"/>
            <a:ext cx="4558633" cy="2439784"/>
            <a:chOff x="6842237" y="3709497"/>
            <a:chExt cx="4558633" cy="243978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3A964E-9F25-CC4A-9572-955DB31F31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620" y="4235115"/>
              <a:ext cx="1500525" cy="1914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0F4644-E9D1-D643-9808-58B1D8E721B9}"/>
                </a:ext>
              </a:extLst>
            </p:cNvPr>
            <p:cNvSpPr txBox="1"/>
            <p:nvPr/>
          </p:nvSpPr>
          <p:spPr>
            <a:xfrm>
              <a:off x="6842237" y="3725840"/>
              <a:ext cx="7045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C</a:t>
              </a:r>
              <a:endParaRPr lang="pt-BR" sz="4800" b="1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4C8DAD-E82B-3345-9D2B-0C8C252EB414}"/>
                </a:ext>
              </a:extLst>
            </p:cNvPr>
            <p:cNvSpPr txBox="1"/>
            <p:nvPr/>
          </p:nvSpPr>
          <p:spPr>
            <a:xfrm>
              <a:off x="10730684" y="3719521"/>
              <a:ext cx="3522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D</a:t>
              </a:r>
              <a:endParaRPr lang="pt-BR" sz="4800" b="1" noProof="0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3CE22B-3B89-4840-B7C5-D83012688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8112" y="4228191"/>
              <a:ext cx="1067121" cy="11860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FAB115-D33B-8C4C-9B0B-617A848C21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582" y="4228191"/>
              <a:ext cx="630290" cy="7189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FEB0DB-8873-514E-82E6-9F12080B73EC}"/>
                </a:ext>
              </a:extLst>
            </p:cNvPr>
            <p:cNvSpPr txBox="1"/>
            <p:nvPr/>
          </p:nvSpPr>
          <p:spPr>
            <a:xfrm>
              <a:off x="8222093" y="3709497"/>
              <a:ext cx="5335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A</a:t>
              </a:r>
              <a:endParaRPr lang="pt-BR" sz="4800" b="1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1B5C63-4EA1-C34B-8F10-513CD148932B}"/>
                </a:ext>
              </a:extLst>
            </p:cNvPr>
            <p:cNvSpPr txBox="1"/>
            <p:nvPr/>
          </p:nvSpPr>
          <p:spPr>
            <a:xfrm>
              <a:off x="9256198" y="3730121"/>
              <a:ext cx="441255" cy="58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B</a:t>
              </a:r>
              <a:endParaRPr lang="pt-BR" sz="4800" b="1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79DB4B-4CF8-4643-A52F-5A6E517B2DE4}"/>
                </a:ext>
              </a:extLst>
            </p:cNvPr>
            <p:cNvSpPr/>
            <p:nvPr/>
          </p:nvSpPr>
          <p:spPr>
            <a:xfrm>
              <a:off x="9007531" y="553815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2" name="Cloud 41">
              <a:extLst>
                <a:ext uri="{FF2B5EF4-FFF2-40B4-BE49-F238E27FC236}">
                  <a16:creationId xmlns:a16="http://schemas.microsoft.com/office/drawing/2014/main" id="{1E7AC273-B97E-7A48-A3D8-6530AD012659}"/>
                </a:ext>
              </a:extLst>
            </p:cNvPr>
            <p:cNvSpPr/>
            <p:nvPr/>
          </p:nvSpPr>
          <p:spPr>
            <a:xfrm>
              <a:off x="9601794" y="5379599"/>
              <a:ext cx="481264" cy="529389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6F51A4-9059-9D4C-9C53-2C5366B94EB2}"/>
                </a:ext>
              </a:extLst>
            </p:cNvPr>
            <p:cNvSpPr/>
            <p:nvPr/>
          </p:nvSpPr>
          <p:spPr>
            <a:xfrm>
              <a:off x="9697453" y="4998550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73E8526-644A-3A4C-A5FC-02E3B7DAC57C}"/>
                </a:ext>
              </a:extLst>
            </p:cNvPr>
            <p:cNvSpPr/>
            <p:nvPr/>
          </p:nvSpPr>
          <p:spPr>
            <a:xfrm>
              <a:off x="10302061" y="4845210"/>
              <a:ext cx="481264" cy="4652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B16F25-539A-CE4F-A4BA-F055957D8284}"/>
                </a:ext>
              </a:extLst>
            </p:cNvPr>
            <p:cNvSpPr/>
            <p:nvPr/>
          </p:nvSpPr>
          <p:spPr>
            <a:xfrm>
              <a:off x="10325764" y="446809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030A62-92CB-E142-8D7E-D08CD5E9D066}"/>
                </a:ext>
              </a:extLst>
            </p:cNvPr>
            <p:cNvSpPr txBox="1"/>
            <p:nvPr/>
          </p:nvSpPr>
          <p:spPr>
            <a:xfrm>
              <a:off x="10857131" y="438536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noProof="0" dirty="0"/>
                <a:t>🌿</a:t>
              </a:r>
              <a:endParaRPr lang="pt-BR" sz="2000" noProof="0" dirty="0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921B47-4504-044A-8296-EB69AC7404FC}"/>
              </a:ext>
            </a:extLst>
          </p:cNvPr>
          <p:cNvCxnSpPr/>
          <p:nvPr/>
        </p:nvCxnSpPr>
        <p:spPr>
          <a:xfrm flipV="1">
            <a:off x="8081339" y="4637532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96F8B0-BAE0-8042-9965-C09B10DBC49A}"/>
              </a:ext>
            </a:extLst>
          </p:cNvPr>
          <p:cNvCxnSpPr>
            <a:cxnSpLocks/>
          </p:cNvCxnSpPr>
          <p:nvPr/>
        </p:nvCxnSpPr>
        <p:spPr>
          <a:xfrm flipH="1" flipV="1">
            <a:off x="6708537" y="4652964"/>
            <a:ext cx="1820104" cy="1673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226BE29-AA03-064B-8E6A-E8A59861CFF1}"/>
              </a:ext>
            </a:extLst>
          </p:cNvPr>
          <p:cNvSpPr txBox="1"/>
          <p:nvPr/>
        </p:nvSpPr>
        <p:spPr>
          <a:xfrm>
            <a:off x="6437153" y="4143689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8C64C3-772A-9843-AF2D-9BAD733E97F5}"/>
              </a:ext>
            </a:extLst>
          </p:cNvPr>
          <p:cNvSpPr txBox="1"/>
          <p:nvPr/>
        </p:nvSpPr>
        <p:spPr>
          <a:xfrm>
            <a:off x="10325600" y="4137370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A5BCAD-CF55-5E47-A6E2-1EBF2A451FA0}"/>
              </a:ext>
            </a:extLst>
          </p:cNvPr>
          <p:cNvCxnSpPr>
            <a:cxnSpLocks/>
          </p:cNvCxnSpPr>
          <p:nvPr/>
        </p:nvCxnSpPr>
        <p:spPr>
          <a:xfrm flipV="1">
            <a:off x="7425527" y="4646041"/>
            <a:ext cx="637502" cy="68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873EDB-6252-804E-A9BE-AA9B1BB9046A}"/>
              </a:ext>
            </a:extLst>
          </p:cNvPr>
          <p:cNvCxnSpPr>
            <a:cxnSpLocks/>
          </p:cNvCxnSpPr>
          <p:nvPr/>
        </p:nvCxnSpPr>
        <p:spPr>
          <a:xfrm flipH="1" flipV="1">
            <a:off x="9039498" y="4646040"/>
            <a:ext cx="630290" cy="718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BC08537-ACEF-6C40-95E4-C4AF637616DA}"/>
              </a:ext>
            </a:extLst>
          </p:cNvPr>
          <p:cNvSpPr txBox="1"/>
          <p:nvPr/>
        </p:nvSpPr>
        <p:spPr>
          <a:xfrm>
            <a:off x="7817009" y="4127346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C540ED-423E-0C4B-B1AF-F55320DA4DC8}"/>
              </a:ext>
            </a:extLst>
          </p:cNvPr>
          <p:cNvSpPr txBox="1"/>
          <p:nvPr/>
        </p:nvSpPr>
        <p:spPr>
          <a:xfrm>
            <a:off x="8851114" y="4147970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5EBF1A-C31B-9C42-A313-53774D2474D3}"/>
              </a:ext>
            </a:extLst>
          </p:cNvPr>
          <p:cNvSpPr/>
          <p:nvPr/>
        </p:nvSpPr>
        <p:spPr>
          <a:xfrm>
            <a:off x="7553464" y="4857792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5" name="Cloud 54">
            <a:extLst>
              <a:ext uri="{FF2B5EF4-FFF2-40B4-BE49-F238E27FC236}">
                <a16:creationId xmlns:a16="http://schemas.microsoft.com/office/drawing/2014/main" id="{2341D71B-51F6-944D-9ADD-E3D376BC5861}"/>
              </a:ext>
            </a:extLst>
          </p:cNvPr>
          <p:cNvSpPr/>
          <p:nvPr/>
        </p:nvSpPr>
        <p:spPr>
          <a:xfrm flipV="1">
            <a:off x="8157645" y="4730237"/>
            <a:ext cx="549185" cy="51185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589AA2-2360-954B-AD21-878012E027AB}"/>
              </a:ext>
            </a:extLst>
          </p:cNvPr>
          <p:cNvSpPr/>
          <p:nvPr/>
        </p:nvSpPr>
        <p:spPr>
          <a:xfrm>
            <a:off x="9292369" y="5416399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ADAD10-BF49-124F-947C-5C80AE94622A}"/>
              </a:ext>
            </a:extLst>
          </p:cNvPr>
          <p:cNvSpPr/>
          <p:nvPr/>
        </p:nvSpPr>
        <p:spPr>
          <a:xfrm>
            <a:off x="9896977" y="5263059"/>
            <a:ext cx="481264" cy="4652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D5E51C-F4A7-8342-95A3-C8E39FC1C29F}"/>
              </a:ext>
            </a:extLst>
          </p:cNvPr>
          <p:cNvSpPr/>
          <p:nvPr/>
        </p:nvSpPr>
        <p:spPr>
          <a:xfrm>
            <a:off x="9920680" y="4885947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30ACB3-E62D-9546-B08B-0928190068CA}"/>
              </a:ext>
            </a:extLst>
          </p:cNvPr>
          <p:cNvSpPr txBox="1"/>
          <p:nvPr/>
        </p:nvSpPr>
        <p:spPr>
          <a:xfrm>
            <a:off x="10452047" y="480321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🌿</a:t>
            </a:r>
            <a:endParaRPr lang="pt-BR" sz="20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4C4C01-3BE6-1B4D-A457-1789B1423F92}"/>
              </a:ext>
            </a:extLst>
          </p:cNvPr>
          <p:cNvSpPr txBox="1"/>
          <p:nvPr/>
        </p:nvSpPr>
        <p:spPr>
          <a:xfrm>
            <a:off x="342852" y="3601111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3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2EB134-18DC-5E44-A792-02A502475601}"/>
              </a:ext>
            </a:extLst>
          </p:cNvPr>
          <p:cNvSpPr txBox="1"/>
          <p:nvPr/>
        </p:nvSpPr>
        <p:spPr>
          <a:xfrm>
            <a:off x="6594171" y="3525957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4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69A625-1B08-F542-BC6E-0232CCA1D9AE}"/>
              </a:ext>
            </a:extLst>
          </p:cNvPr>
          <p:cNvSpPr/>
          <p:nvPr/>
        </p:nvSpPr>
        <p:spPr>
          <a:xfrm>
            <a:off x="8672331" y="5881627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Cloud 65">
            <a:extLst>
              <a:ext uri="{FF2B5EF4-FFF2-40B4-BE49-F238E27FC236}">
                <a16:creationId xmlns:a16="http://schemas.microsoft.com/office/drawing/2014/main" id="{7BE69CDD-45C1-D04B-8E61-6499E75AE269}"/>
              </a:ext>
            </a:extLst>
          </p:cNvPr>
          <p:cNvSpPr/>
          <p:nvPr/>
        </p:nvSpPr>
        <p:spPr>
          <a:xfrm>
            <a:off x="9297437" y="5691866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7680A3-44C3-7FD1-09CA-5D82E6F0F190}"/>
              </a:ext>
            </a:extLst>
          </p:cNvPr>
          <p:cNvGrpSpPr/>
          <p:nvPr/>
        </p:nvGrpSpPr>
        <p:grpSpPr>
          <a:xfrm>
            <a:off x="342852" y="406174"/>
            <a:ext cx="11432341" cy="2990280"/>
            <a:chOff x="342852" y="406174"/>
            <a:chExt cx="11432341" cy="29902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9672ED-8AB1-CFB1-85A2-B6DABB93BDCA}"/>
                </a:ext>
              </a:extLst>
            </p:cNvPr>
            <p:cNvSpPr txBox="1"/>
            <p:nvPr/>
          </p:nvSpPr>
          <p:spPr>
            <a:xfrm>
              <a:off x="9666924" y="406174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🌿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B95ECC-06E5-50A3-E7E7-89B565822D34}"/>
                </a:ext>
              </a:extLst>
            </p:cNvPr>
            <p:cNvSpPr txBox="1"/>
            <p:nvPr/>
          </p:nvSpPr>
          <p:spPr>
            <a:xfrm>
              <a:off x="342852" y="872380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F4E26B-A1CC-3D07-4517-1A1E5BB4B50D}"/>
                </a:ext>
              </a:extLst>
            </p:cNvPr>
            <p:cNvSpPr txBox="1"/>
            <p:nvPr/>
          </p:nvSpPr>
          <p:spPr>
            <a:xfrm>
              <a:off x="6506341" y="977046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82FBBC-FBD0-A973-B3B1-3BC94B5DD017}"/>
                </a:ext>
              </a:extLst>
            </p:cNvPr>
            <p:cNvSpPr/>
            <p:nvPr/>
          </p:nvSpPr>
          <p:spPr>
            <a:xfrm>
              <a:off x="7593351" y="1690754"/>
              <a:ext cx="651850" cy="71522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8D52BA-16CF-9790-5F34-E6D312BFD252}"/>
                </a:ext>
              </a:extLst>
            </p:cNvPr>
            <p:cNvSpPr txBox="1"/>
            <p:nvPr/>
          </p:nvSpPr>
          <p:spPr>
            <a:xfrm>
              <a:off x="3332170" y="872379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AB522F4-A956-C4CB-FD3D-8BC218783784}"/>
                </a:ext>
              </a:extLst>
            </p:cNvPr>
            <p:cNvSpPr/>
            <p:nvPr/>
          </p:nvSpPr>
          <p:spPr>
            <a:xfrm>
              <a:off x="1342967" y="1562049"/>
              <a:ext cx="651850" cy="71522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21A154-4734-5CB2-793C-B416BAA51011}"/>
                </a:ext>
              </a:extLst>
            </p:cNvPr>
            <p:cNvSpPr txBox="1"/>
            <p:nvPr/>
          </p:nvSpPr>
          <p:spPr>
            <a:xfrm>
              <a:off x="9329086" y="970122"/>
              <a:ext cx="2108269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0" noProof="0" dirty="0"/>
                <a:t>🌼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4D7FFD0-F4FD-2CF2-83E8-B5C02B41C737}"/>
                </a:ext>
              </a:extLst>
            </p:cNvPr>
            <p:cNvSpPr/>
            <p:nvPr/>
          </p:nvSpPr>
          <p:spPr>
            <a:xfrm>
              <a:off x="10355222" y="1551666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F4675C-302A-02BD-CF6C-D444B1CE25C1}"/>
                </a:ext>
              </a:extLst>
            </p:cNvPr>
            <p:cNvSpPr txBox="1"/>
            <p:nvPr/>
          </p:nvSpPr>
          <p:spPr>
            <a:xfrm>
              <a:off x="1108856" y="255123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A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B2681DB-C62B-83AD-E69B-6B2655AB9B54}"/>
                </a:ext>
              </a:extLst>
            </p:cNvPr>
            <p:cNvSpPr txBox="1"/>
            <p:nvPr/>
          </p:nvSpPr>
          <p:spPr>
            <a:xfrm>
              <a:off x="4052880" y="2557945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B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6EDF2B-60DB-1727-5A93-BBEDCE7642E6}"/>
                </a:ext>
              </a:extLst>
            </p:cNvPr>
            <p:cNvSpPr txBox="1"/>
            <p:nvPr/>
          </p:nvSpPr>
          <p:spPr>
            <a:xfrm>
              <a:off x="7113620" y="2565457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C99B3A9-E488-3205-D82E-080735B8B14B}"/>
                </a:ext>
              </a:extLst>
            </p:cNvPr>
            <p:cNvSpPr txBox="1"/>
            <p:nvPr/>
          </p:nvSpPr>
          <p:spPr>
            <a:xfrm>
              <a:off x="9979072" y="2541122"/>
              <a:ext cx="704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800" b="1" noProof="0" dirty="0"/>
                <a:t>D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6427EAF-26BE-32D7-5DB1-4A25871FE646}"/>
                </a:ext>
              </a:extLst>
            </p:cNvPr>
            <p:cNvSpPr/>
            <p:nvPr/>
          </p:nvSpPr>
          <p:spPr>
            <a:xfrm>
              <a:off x="4330387" y="1517518"/>
              <a:ext cx="704505" cy="68806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20359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1738850" y="1989692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D4A668F-A00E-4848-A963-D64F658E39E8}"/>
              </a:ext>
            </a:extLst>
          </p:cNvPr>
          <p:cNvGrpSpPr/>
          <p:nvPr/>
        </p:nvGrpSpPr>
        <p:grpSpPr>
          <a:xfrm>
            <a:off x="192004" y="1388574"/>
            <a:ext cx="4558633" cy="2439784"/>
            <a:chOff x="6842237" y="3709497"/>
            <a:chExt cx="4558633" cy="243978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3A964E-9F25-CC4A-9572-955DB31F31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620" y="4235115"/>
              <a:ext cx="1500525" cy="1914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0F4644-E9D1-D643-9808-58B1D8E721B9}"/>
                </a:ext>
              </a:extLst>
            </p:cNvPr>
            <p:cNvSpPr txBox="1"/>
            <p:nvPr/>
          </p:nvSpPr>
          <p:spPr>
            <a:xfrm>
              <a:off x="6842237" y="3725840"/>
              <a:ext cx="7045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C</a:t>
              </a:r>
              <a:endParaRPr lang="pt-BR" sz="4800" b="1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4C8DAD-E82B-3345-9D2B-0C8C252EB414}"/>
                </a:ext>
              </a:extLst>
            </p:cNvPr>
            <p:cNvSpPr txBox="1"/>
            <p:nvPr/>
          </p:nvSpPr>
          <p:spPr>
            <a:xfrm>
              <a:off x="10730684" y="3719521"/>
              <a:ext cx="3522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D</a:t>
              </a:r>
              <a:endParaRPr lang="pt-BR" sz="4800" b="1" noProof="0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3CE22B-3B89-4840-B7C5-D83012688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8112" y="4228191"/>
              <a:ext cx="1067121" cy="11860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FAB115-D33B-8C4C-9B0B-617A848C21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582" y="4228191"/>
              <a:ext cx="630290" cy="7189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FEB0DB-8873-514E-82E6-9F12080B73EC}"/>
                </a:ext>
              </a:extLst>
            </p:cNvPr>
            <p:cNvSpPr txBox="1"/>
            <p:nvPr/>
          </p:nvSpPr>
          <p:spPr>
            <a:xfrm>
              <a:off x="8222093" y="3709497"/>
              <a:ext cx="5335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A</a:t>
              </a:r>
              <a:endParaRPr lang="pt-BR" sz="4800" b="1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1B5C63-4EA1-C34B-8F10-513CD148932B}"/>
                </a:ext>
              </a:extLst>
            </p:cNvPr>
            <p:cNvSpPr txBox="1"/>
            <p:nvPr/>
          </p:nvSpPr>
          <p:spPr>
            <a:xfrm>
              <a:off x="9256198" y="3730121"/>
              <a:ext cx="441255" cy="58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B</a:t>
              </a:r>
              <a:endParaRPr lang="pt-BR" sz="4800" b="1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79DB4B-4CF8-4643-A52F-5A6E517B2DE4}"/>
                </a:ext>
              </a:extLst>
            </p:cNvPr>
            <p:cNvSpPr/>
            <p:nvPr/>
          </p:nvSpPr>
          <p:spPr>
            <a:xfrm>
              <a:off x="9007531" y="553815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2" name="Cloud 41">
              <a:extLst>
                <a:ext uri="{FF2B5EF4-FFF2-40B4-BE49-F238E27FC236}">
                  <a16:creationId xmlns:a16="http://schemas.microsoft.com/office/drawing/2014/main" id="{1E7AC273-B97E-7A48-A3D8-6530AD012659}"/>
                </a:ext>
              </a:extLst>
            </p:cNvPr>
            <p:cNvSpPr/>
            <p:nvPr/>
          </p:nvSpPr>
          <p:spPr>
            <a:xfrm>
              <a:off x="9601794" y="5379599"/>
              <a:ext cx="481264" cy="529389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6F51A4-9059-9D4C-9C53-2C5366B94EB2}"/>
                </a:ext>
              </a:extLst>
            </p:cNvPr>
            <p:cNvSpPr/>
            <p:nvPr/>
          </p:nvSpPr>
          <p:spPr>
            <a:xfrm>
              <a:off x="9697453" y="4998550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73E8526-644A-3A4C-A5FC-02E3B7DAC57C}"/>
                </a:ext>
              </a:extLst>
            </p:cNvPr>
            <p:cNvSpPr/>
            <p:nvPr/>
          </p:nvSpPr>
          <p:spPr>
            <a:xfrm>
              <a:off x="10302061" y="4845210"/>
              <a:ext cx="481264" cy="4652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B16F25-539A-CE4F-A4BA-F055957D8284}"/>
                </a:ext>
              </a:extLst>
            </p:cNvPr>
            <p:cNvSpPr/>
            <p:nvPr/>
          </p:nvSpPr>
          <p:spPr>
            <a:xfrm>
              <a:off x="10325764" y="446809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030A62-92CB-E142-8D7E-D08CD5E9D066}"/>
                </a:ext>
              </a:extLst>
            </p:cNvPr>
            <p:cNvSpPr txBox="1"/>
            <p:nvPr/>
          </p:nvSpPr>
          <p:spPr>
            <a:xfrm>
              <a:off x="10857131" y="438536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noProof="0" dirty="0"/>
                <a:t>🌿</a:t>
              </a:r>
              <a:endParaRPr lang="pt-BR" sz="2000" noProof="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34C4C01-3BE6-1B4D-A457-1789B1423F92}"/>
              </a:ext>
            </a:extLst>
          </p:cNvPr>
          <p:cNvSpPr txBox="1"/>
          <p:nvPr/>
        </p:nvSpPr>
        <p:spPr>
          <a:xfrm>
            <a:off x="363052" y="778160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3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921B47-4504-044A-8296-EB69AC7404FC}"/>
              </a:ext>
            </a:extLst>
          </p:cNvPr>
          <p:cNvCxnSpPr/>
          <p:nvPr/>
        </p:nvCxnSpPr>
        <p:spPr>
          <a:xfrm flipV="1">
            <a:off x="8142433" y="1926069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96F8B0-BAE0-8042-9965-C09B10DBC49A}"/>
              </a:ext>
            </a:extLst>
          </p:cNvPr>
          <p:cNvCxnSpPr>
            <a:cxnSpLocks/>
          </p:cNvCxnSpPr>
          <p:nvPr/>
        </p:nvCxnSpPr>
        <p:spPr>
          <a:xfrm flipH="1" flipV="1">
            <a:off x="6769631" y="1941501"/>
            <a:ext cx="1820104" cy="1673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226BE29-AA03-064B-8E6A-E8A59861CFF1}"/>
              </a:ext>
            </a:extLst>
          </p:cNvPr>
          <p:cNvSpPr txBox="1"/>
          <p:nvPr/>
        </p:nvSpPr>
        <p:spPr>
          <a:xfrm>
            <a:off x="6498247" y="1432226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8C64C3-772A-9843-AF2D-9BAD733E97F5}"/>
              </a:ext>
            </a:extLst>
          </p:cNvPr>
          <p:cNvSpPr txBox="1"/>
          <p:nvPr/>
        </p:nvSpPr>
        <p:spPr>
          <a:xfrm>
            <a:off x="10386694" y="1425907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A5BCAD-CF55-5E47-A6E2-1EBF2A451FA0}"/>
              </a:ext>
            </a:extLst>
          </p:cNvPr>
          <p:cNvCxnSpPr>
            <a:cxnSpLocks/>
          </p:cNvCxnSpPr>
          <p:nvPr/>
        </p:nvCxnSpPr>
        <p:spPr>
          <a:xfrm flipV="1">
            <a:off x="7486621" y="1934578"/>
            <a:ext cx="637502" cy="68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873EDB-6252-804E-A9BE-AA9B1BB9046A}"/>
              </a:ext>
            </a:extLst>
          </p:cNvPr>
          <p:cNvCxnSpPr>
            <a:cxnSpLocks/>
          </p:cNvCxnSpPr>
          <p:nvPr/>
        </p:nvCxnSpPr>
        <p:spPr>
          <a:xfrm flipH="1" flipV="1">
            <a:off x="9100592" y="1934577"/>
            <a:ext cx="630290" cy="718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BC08537-ACEF-6C40-95E4-C4AF637616DA}"/>
              </a:ext>
            </a:extLst>
          </p:cNvPr>
          <p:cNvSpPr txBox="1"/>
          <p:nvPr/>
        </p:nvSpPr>
        <p:spPr>
          <a:xfrm>
            <a:off x="7878103" y="1415883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C540ED-423E-0C4B-B1AF-F55320DA4DC8}"/>
              </a:ext>
            </a:extLst>
          </p:cNvPr>
          <p:cNvSpPr txBox="1"/>
          <p:nvPr/>
        </p:nvSpPr>
        <p:spPr>
          <a:xfrm>
            <a:off x="8912208" y="1436507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589AA2-2360-954B-AD21-878012E027AB}"/>
              </a:ext>
            </a:extLst>
          </p:cNvPr>
          <p:cNvSpPr/>
          <p:nvPr/>
        </p:nvSpPr>
        <p:spPr>
          <a:xfrm>
            <a:off x="9353463" y="2704936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ADAD10-BF49-124F-947C-5C80AE94622A}"/>
              </a:ext>
            </a:extLst>
          </p:cNvPr>
          <p:cNvSpPr/>
          <p:nvPr/>
        </p:nvSpPr>
        <p:spPr>
          <a:xfrm>
            <a:off x="9958071" y="2551596"/>
            <a:ext cx="481264" cy="4652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D5E51C-F4A7-8342-95A3-C8E39FC1C29F}"/>
              </a:ext>
            </a:extLst>
          </p:cNvPr>
          <p:cNvSpPr/>
          <p:nvPr/>
        </p:nvSpPr>
        <p:spPr>
          <a:xfrm>
            <a:off x="9981774" y="2174484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30ACB3-E62D-9546-B08B-0928190068CA}"/>
              </a:ext>
            </a:extLst>
          </p:cNvPr>
          <p:cNvSpPr txBox="1"/>
          <p:nvPr/>
        </p:nvSpPr>
        <p:spPr>
          <a:xfrm>
            <a:off x="10513141" y="20917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🌿</a:t>
            </a:r>
            <a:endParaRPr lang="pt-BR" sz="2000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CC9F5EF-ED6B-914B-AB7D-12E12E528F6B}"/>
              </a:ext>
            </a:extLst>
          </p:cNvPr>
          <p:cNvSpPr/>
          <p:nvPr/>
        </p:nvSpPr>
        <p:spPr>
          <a:xfrm>
            <a:off x="7567250" y="2156397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2EB134-18DC-5E44-A792-02A502475601}"/>
              </a:ext>
            </a:extLst>
          </p:cNvPr>
          <p:cNvSpPr txBox="1"/>
          <p:nvPr/>
        </p:nvSpPr>
        <p:spPr>
          <a:xfrm>
            <a:off x="6655265" y="814494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4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BA6FCEA-F4BA-F44D-859A-DE33972B269A}"/>
              </a:ext>
            </a:extLst>
          </p:cNvPr>
          <p:cNvSpPr/>
          <p:nvPr/>
        </p:nvSpPr>
        <p:spPr>
          <a:xfrm>
            <a:off x="8705874" y="3205326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Cloud 65">
            <a:extLst>
              <a:ext uri="{FF2B5EF4-FFF2-40B4-BE49-F238E27FC236}">
                <a16:creationId xmlns:a16="http://schemas.microsoft.com/office/drawing/2014/main" id="{79967D64-01D5-2C44-BFB8-38B487ACC70B}"/>
              </a:ext>
            </a:extLst>
          </p:cNvPr>
          <p:cNvSpPr/>
          <p:nvPr/>
        </p:nvSpPr>
        <p:spPr>
          <a:xfrm>
            <a:off x="9286223" y="3044148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2B7F6-9AEC-0C4A-94B4-F1A39F520911}"/>
              </a:ext>
            </a:extLst>
          </p:cNvPr>
          <p:cNvSpPr txBox="1"/>
          <p:nvPr/>
        </p:nvSpPr>
        <p:spPr>
          <a:xfrm>
            <a:off x="616567" y="4501174"/>
            <a:ext cx="10958865" cy="206210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/>
              <a:t>Law </a:t>
            </a:r>
            <a:r>
              <a:rPr lang="pt-BR" sz="3200" b="1" noProof="0" dirty="0" err="1"/>
              <a:t>of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Parsimony</a:t>
            </a:r>
            <a:endParaRPr lang="pt-BR" sz="3200" b="1" noProof="0" dirty="0"/>
          </a:p>
          <a:p>
            <a:pPr algn="ctr"/>
            <a:r>
              <a:rPr lang="pt-BR" sz="3200" b="1" noProof="0" dirty="0" err="1"/>
              <a:t>Occam's</a:t>
            </a:r>
            <a:r>
              <a:rPr lang="pt-BR" sz="3200" b="1" noProof="0" dirty="0"/>
              <a:t> </a:t>
            </a:r>
            <a:r>
              <a:rPr lang="pt-BR" sz="3200" b="1" noProof="0" dirty="0" err="1"/>
              <a:t>Razor</a:t>
            </a:r>
            <a:r>
              <a:rPr lang="pt-BR" sz="3200" b="1" noProof="0" dirty="0"/>
              <a:t>:</a:t>
            </a:r>
          </a:p>
          <a:p>
            <a:pPr algn="ctr"/>
            <a:r>
              <a:rPr lang="pt-BR" sz="3200" noProof="0" dirty="0"/>
              <a:t> </a:t>
            </a:r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principle</a:t>
            </a:r>
            <a:r>
              <a:rPr lang="pt-BR" sz="3200" noProof="0" dirty="0"/>
              <a:t> </a:t>
            </a:r>
            <a:r>
              <a:rPr lang="pt-BR" sz="3200" noProof="0" dirty="0" err="1"/>
              <a:t>that</a:t>
            </a:r>
            <a:r>
              <a:rPr lang="pt-BR" sz="3200" noProof="0" dirty="0"/>
              <a:t> </a:t>
            </a:r>
            <a:r>
              <a:rPr lang="pt-BR" sz="3200" noProof="0" dirty="0" err="1"/>
              <a:t>entities</a:t>
            </a:r>
            <a:r>
              <a:rPr lang="pt-BR" sz="3200" noProof="0" dirty="0"/>
              <a:t> </a:t>
            </a:r>
            <a:r>
              <a:rPr lang="pt-BR" sz="3200" noProof="0" dirty="0" err="1"/>
              <a:t>should</a:t>
            </a:r>
            <a:r>
              <a:rPr lang="pt-BR" sz="3200" noProof="0" dirty="0"/>
              <a:t> </a:t>
            </a:r>
            <a:r>
              <a:rPr lang="pt-BR" sz="3200" noProof="0" dirty="0" err="1"/>
              <a:t>not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noProof="0" dirty="0" err="1"/>
              <a:t>multiplied</a:t>
            </a:r>
            <a:r>
              <a:rPr lang="pt-BR" sz="3200" noProof="0" dirty="0"/>
              <a:t> </a:t>
            </a:r>
            <a:r>
              <a:rPr lang="pt-BR" sz="3200" noProof="0" dirty="0" err="1"/>
              <a:t>needlessly</a:t>
            </a:r>
            <a:r>
              <a:rPr lang="pt-BR" sz="3200" noProof="0" dirty="0"/>
              <a:t>; </a:t>
            </a:r>
          </a:p>
          <a:p>
            <a:pPr algn="ctr"/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simplest</a:t>
            </a:r>
            <a:r>
              <a:rPr lang="pt-BR" sz="3200" noProof="0" dirty="0"/>
              <a:t> </a:t>
            </a:r>
            <a:r>
              <a:rPr lang="pt-BR" sz="3200" noProof="0" dirty="0" err="1"/>
              <a:t>of</a:t>
            </a:r>
            <a:r>
              <a:rPr lang="pt-BR" sz="3200" noProof="0" dirty="0"/>
              <a:t> </a:t>
            </a:r>
            <a:r>
              <a:rPr lang="pt-BR" sz="3200" noProof="0" dirty="0" err="1"/>
              <a:t>two</a:t>
            </a:r>
            <a:r>
              <a:rPr lang="pt-BR" sz="3200" noProof="0" dirty="0"/>
              <a:t> </a:t>
            </a:r>
            <a:r>
              <a:rPr lang="pt-BR" sz="3200" noProof="0" dirty="0" err="1"/>
              <a:t>competing</a:t>
            </a:r>
            <a:r>
              <a:rPr lang="pt-BR" sz="3200" noProof="0" dirty="0"/>
              <a:t> </a:t>
            </a:r>
            <a:r>
              <a:rPr lang="pt-BR" sz="3200" noProof="0" dirty="0" err="1"/>
              <a:t>theories</a:t>
            </a:r>
            <a:r>
              <a:rPr lang="pt-BR" sz="3200" noProof="0" dirty="0"/>
              <a:t> </a:t>
            </a:r>
            <a:r>
              <a:rPr lang="pt-BR" sz="3200" noProof="0" dirty="0" err="1"/>
              <a:t>is</a:t>
            </a:r>
            <a:r>
              <a:rPr lang="pt-BR" sz="3200" noProof="0" dirty="0"/>
              <a:t> </a:t>
            </a:r>
            <a:r>
              <a:rPr lang="pt-BR" sz="3200" noProof="0" dirty="0" err="1"/>
              <a:t>to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u="sng" noProof="0" dirty="0" err="1"/>
              <a:t>preferred</a:t>
            </a:r>
            <a:endParaRPr lang="pt-BR" sz="3200" noProof="0" dirty="0"/>
          </a:p>
        </p:txBody>
      </p:sp>
      <p:sp>
        <p:nvSpPr>
          <p:cNvPr id="67" name="Cloud 66">
            <a:extLst>
              <a:ext uri="{FF2B5EF4-FFF2-40B4-BE49-F238E27FC236}">
                <a16:creationId xmlns:a16="http://schemas.microsoft.com/office/drawing/2014/main" id="{517C628F-1318-EE43-96E5-3DF6063A1B89}"/>
              </a:ext>
            </a:extLst>
          </p:cNvPr>
          <p:cNvSpPr/>
          <p:nvPr/>
        </p:nvSpPr>
        <p:spPr>
          <a:xfrm>
            <a:off x="8147821" y="1993972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6805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19D43-E5C8-254C-8D93-ECFCE970FE04}"/>
              </a:ext>
            </a:extLst>
          </p:cNvPr>
          <p:cNvCxnSpPr/>
          <p:nvPr/>
        </p:nvCxnSpPr>
        <p:spPr>
          <a:xfrm flipV="1">
            <a:off x="1738850" y="1989692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D4A668F-A00E-4848-A963-D64F658E39E8}"/>
              </a:ext>
            </a:extLst>
          </p:cNvPr>
          <p:cNvGrpSpPr/>
          <p:nvPr/>
        </p:nvGrpSpPr>
        <p:grpSpPr>
          <a:xfrm>
            <a:off x="192004" y="1388574"/>
            <a:ext cx="4558633" cy="2439784"/>
            <a:chOff x="6842237" y="3709497"/>
            <a:chExt cx="4558633" cy="243978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3A964E-9F25-CC4A-9572-955DB31F31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620" y="4235115"/>
              <a:ext cx="1500525" cy="1914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0F4644-E9D1-D643-9808-58B1D8E721B9}"/>
                </a:ext>
              </a:extLst>
            </p:cNvPr>
            <p:cNvSpPr txBox="1"/>
            <p:nvPr/>
          </p:nvSpPr>
          <p:spPr>
            <a:xfrm>
              <a:off x="6842237" y="3725840"/>
              <a:ext cx="7045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C</a:t>
              </a:r>
              <a:endParaRPr lang="pt-BR" sz="4800" b="1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4C8DAD-E82B-3345-9D2B-0C8C252EB414}"/>
                </a:ext>
              </a:extLst>
            </p:cNvPr>
            <p:cNvSpPr txBox="1"/>
            <p:nvPr/>
          </p:nvSpPr>
          <p:spPr>
            <a:xfrm>
              <a:off x="10730684" y="3719521"/>
              <a:ext cx="3522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D</a:t>
              </a:r>
              <a:endParaRPr lang="pt-BR" sz="4800" b="1" noProof="0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3CE22B-3B89-4840-B7C5-D83012688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8112" y="4228191"/>
              <a:ext cx="1067121" cy="11860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FAB115-D33B-8C4C-9B0B-617A848C21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582" y="4228191"/>
              <a:ext cx="630290" cy="7189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FEB0DB-8873-514E-82E6-9F12080B73EC}"/>
                </a:ext>
              </a:extLst>
            </p:cNvPr>
            <p:cNvSpPr txBox="1"/>
            <p:nvPr/>
          </p:nvSpPr>
          <p:spPr>
            <a:xfrm>
              <a:off x="8222093" y="3709497"/>
              <a:ext cx="5335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A</a:t>
              </a:r>
              <a:endParaRPr lang="pt-BR" sz="4800" b="1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1B5C63-4EA1-C34B-8F10-513CD148932B}"/>
                </a:ext>
              </a:extLst>
            </p:cNvPr>
            <p:cNvSpPr txBox="1"/>
            <p:nvPr/>
          </p:nvSpPr>
          <p:spPr>
            <a:xfrm>
              <a:off x="9256198" y="3730121"/>
              <a:ext cx="441255" cy="58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B</a:t>
              </a:r>
              <a:endParaRPr lang="pt-BR" sz="4800" b="1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79DB4B-4CF8-4643-A52F-5A6E517B2DE4}"/>
                </a:ext>
              </a:extLst>
            </p:cNvPr>
            <p:cNvSpPr/>
            <p:nvPr/>
          </p:nvSpPr>
          <p:spPr>
            <a:xfrm>
              <a:off x="9007531" y="553815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2" name="Cloud 41">
              <a:extLst>
                <a:ext uri="{FF2B5EF4-FFF2-40B4-BE49-F238E27FC236}">
                  <a16:creationId xmlns:a16="http://schemas.microsoft.com/office/drawing/2014/main" id="{1E7AC273-B97E-7A48-A3D8-6530AD012659}"/>
                </a:ext>
              </a:extLst>
            </p:cNvPr>
            <p:cNvSpPr/>
            <p:nvPr/>
          </p:nvSpPr>
          <p:spPr>
            <a:xfrm>
              <a:off x="9601794" y="5379599"/>
              <a:ext cx="481264" cy="529389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6F51A4-9059-9D4C-9C53-2C5366B94EB2}"/>
                </a:ext>
              </a:extLst>
            </p:cNvPr>
            <p:cNvSpPr/>
            <p:nvPr/>
          </p:nvSpPr>
          <p:spPr>
            <a:xfrm>
              <a:off x="9697453" y="4998550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73E8526-644A-3A4C-A5FC-02E3B7DAC57C}"/>
                </a:ext>
              </a:extLst>
            </p:cNvPr>
            <p:cNvSpPr/>
            <p:nvPr/>
          </p:nvSpPr>
          <p:spPr>
            <a:xfrm>
              <a:off x="10302061" y="4845210"/>
              <a:ext cx="481264" cy="4652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B16F25-539A-CE4F-A4BA-F055957D8284}"/>
                </a:ext>
              </a:extLst>
            </p:cNvPr>
            <p:cNvSpPr/>
            <p:nvPr/>
          </p:nvSpPr>
          <p:spPr>
            <a:xfrm>
              <a:off x="10325764" y="4468098"/>
              <a:ext cx="476244" cy="20703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030A62-92CB-E142-8D7E-D08CD5E9D066}"/>
                </a:ext>
              </a:extLst>
            </p:cNvPr>
            <p:cNvSpPr txBox="1"/>
            <p:nvPr/>
          </p:nvSpPr>
          <p:spPr>
            <a:xfrm>
              <a:off x="10857131" y="438536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noProof="0" dirty="0"/>
                <a:t>🌿</a:t>
              </a:r>
              <a:endParaRPr lang="pt-BR" sz="2000" noProof="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34C4C01-3BE6-1B4D-A457-1789B1423F92}"/>
              </a:ext>
            </a:extLst>
          </p:cNvPr>
          <p:cNvSpPr txBox="1"/>
          <p:nvPr/>
        </p:nvSpPr>
        <p:spPr>
          <a:xfrm>
            <a:off x="363052" y="778160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3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921B47-4504-044A-8296-EB69AC7404FC}"/>
              </a:ext>
            </a:extLst>
          </p:cNvPr>
          <p:cNvCxnSpPr/>
          <p:nvPr/>
        </p:nvCxnSpPr>
        <p:spPr>
          <a:xfrm flipV="1">
            <a:off x="8142433" y="1926069"/>
            <a:ext cx="2454442" cy="20381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96F8B0-BAE0-8042-9965-C09B10DBC49A}"/>
              </a:ext>
            </a:extLst>
          </p:cNvPr>
          <p:cNvCxnSpPr>
            <a:cxnSpLocks/>
          </p:cNvCxnSpPr>
          <p:nvPr/>
        </p:nvCxnSpPr>
        <p:spPr>
          <a:xfrm flipH="1" flipV="1">
            <a:off x="6769631" y="1941501"/>
            <a:ext cx="1820104" cy="1673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226BE29-AA03-064B-8E6A-E8A59861CFF1}"/>
              </a:ext>
            </a:extLst>
          </p:cNvPr>
          <p:cNvSpPr txBox="1"/>
          <p:nvPr/>
        </p:nvSpPr>
        <p:spPr>
          <a:xfrm>
            <a:off x="6498247" y="1432226"/>
            <a:ext cx="70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C</a:t>
            </a:r>
            <a:endParaRPr lang="pt-BR" sz="4800" b="1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8C64C3-772A-9843-AF2D-9BAD733E97F5}"/>
              </a:ext>
            </a:extLst>
          </p:cNvPr>
          <p:cNvSpPr txBox="1"/>
          <p:nvPr/>
        </p:nvSpPr>
        <p:spPr>
          <a:xfrm>
            <a:off x="10386694" y="1425907"/>
            <a:ext cx="35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D</a:t>
            </a:r>
            <a:endParaRPr lang="pt-BR" sz="4800" b="1" noProof="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A5BCAD-CF55-5E47-A6E2-1EBF2A451FA0}"/>
              </a:ext>
            </a:extLst>
          </p:cNvPr>
          <p:cNvCxnSpPr>
            <a:cxnSpLocks/>
          </p:cNvCxnSpPr>
          <p:nvPr/>
        </p:nvCxnSpPr>
        <p:spPr>
          <a:xfrm flipV="1">
            <a:off x="7486621" y="1934578"/>
            <a:ext cx="637502" cy="68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873EDB-6252-804E-A9BE-AA9B1BB9046A}"/>
              </a:ext>
            </a:extLst>
          </p:cNvPr>
          <p:cNvCxnSpPr>
            <a:cxnSpLocks/>
          </p:cNvCxnSpPr>
          <p:nvPr/>
        </p:nvCxnSpPr>
        <p:spPr>
          <a:xfrm flipH="1" flipV="1">
            <a:off x="9100592" y="1934577"/>
            <a:ext cx="630290" cy="718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BC08537-ACEF-6C40-95E4-C4AF637616DA}"/>
              </a:ext>
            </a:extLst>
          </p:cNvPr>
          <p:cNvSpPr txBox="1"/>
          <p:nvPr/>
        </p:nvSpPr>
        <p:spPr>
          <a:xfrm>
            <a:off x="7878103" y="1415883"/>
            <a:ext cx="533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A</a:t>
            </a:r>
            <a:endParaRPr lang="pt-BR" sz="4800" b="1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C540ED-423E-0C4B-B1AF-F55320DA4DC8}"/>
              </a:ext>
            </a:extLst>
          </p:cNvPr>
          <p:cNvSpPr txBox="1"/>
          <p:nvPr/>
        </p:nvSpPr>
        <p:spPr>
          <a:xfrm>
            <a:off x="8912208" y="1436507"/>
            <a:ext cx="44125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B</a:t>
            </a:r>
            <a:endParaRPr lang="pt-BR" sz="4800" b="1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589AA2-2360-954B-AD21-878012E027AB}"/>
              </a:ext>
            </a:extLst>
          </p:cNvPr>
          <p:cNvSpPr/>
          <p:nvPr/>
        </p:nvSpPr>
        <p:spPr>
          <a:xfrm>
            <a:off x="9353463" y="2704936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ADAD10-BF49-124F-947C-5C80AE94622A}"/>
              </a:ext>
            </a:extLst>
          </p:cNvPr>
          <p:cNvSpPr/>
          <p:nvPr/>
        </p:nvSpPr>
        <p:spPr>
          <a:xfrm>
            <a:off x="9958071" y="2551596"/>
            <a:ext cx="481264" cy="4652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D5E51C-F4A7-8342-95A3-C8E39FC1C29F}"/>
              </a:ext>
            </a:extLst>
          </p:cNvPr>
          <p:cNvSpPr/>
          <p:nvPr/>
        </p:nvSpPr>
        <p:spPr>
          <a:xfrm>
            <a:off x="9981774" y="2174484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30ACB3-E62D-9546-B08B-0928190068CA}"/>
              </a:ext>
            </a:extLst>
          </p:cNvPr>
          <p:cNvSpPr txBox="1"/>
          <p:nvPr/>
        </p:nvSpPr>
        <p:spPr>
          <a:xfrm>
            <a:off x="10513141" y="20917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🌿</a:t>
            </a:r>
            <a:endParaRPr lang="pt-BR" sz="2000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CC9F5EF-ED6B-914B-AB7D-12E12E528F6B}"/>
              </a:ext>
            </a:extLst>
          </p:cNvPr>
          <p:cNvSpPr/>
          <p:nvPr/>
        </p:nvSpPr>
        <p:spPr>
          <a:xfrm>
            <a:off x="7567250" y="2156397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2EB134-18DC-5E44-A792-02A502475601}"/>
              </a:ext>
            </a:extLst>
          </p:cNvPr>
          <p:cNvSpPr txBox="1"/>
          <p:nvPr/>
        </p:nvSpPr>
        <p:spPr>
          <a:xfrm>
            <a:off x="6655265" y="814494"/>
            <a:ext cx="4233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4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transformations</a:t>
            </a:r>
            <a:endParaRPr lang="pt-BR" sz="2800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BA6FCEA-F4BA-F44D-859A-DE33972B269A}"/>
              </a:ext>
            </a:extLst>
          </p:cNvPr>
          <p:cNvSpPr/>
          <p:nvPr/>
        </p:nvSpPr>
        <p:spPr>
          <a:xfrm>
            <a:off x="8705874" y="3205326"/>
            <a:ext cx="476244" cy="2070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Cloud 65">
            <a:extLst>
              <a:ext uri="{FF2B5EF4-FFF2-40B4-BE49-F238E27FC236}">
                <a16:creationId xmlns:a16="http://schemas.microsoft.com/office/drawing/2014/main" id="{79967D64-01D5-2C44-BFB8-38B487ACC70B}"/>
              </a:ext>
            </a:extLst>
          </p:cNvPr>
          <p:cNvSpPr/>
          <p:nvPr/>
        </p:nvSpPr>
        <p:spPr>
          <a:xfrm>
            <a:off x="9286223" y="3044148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2B7F6-9AEC-0C4A-94B4-F1A39F520911}"/>
              </a:ext>
            </a:extLst>
          </p:cNvPr>
          <p:cNvSpPr txBox="1"/>
          <p:nvPr/>
        </p:nvSpPr>
        <p:spPr>
          <a:xfrm>
            <a:off x="616567" y="4501174"/>
            <a:ext cx="10958865" cy="206210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/>
              <a:t>Law </a:t>
            </a:r>
            <a:r>
              <a:rPr lang="pt-BR" sz="3200" b="1" noProof="0" dirty="0" err="1"/>
              <a:t>of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Parsimony</a:t>
            </a:r>
            <a:endParaRPr lang="pt-BR" sz="3200" b="1" noProof="0" dirty="0"/>
          </a:p>
          <a:p>
            <a:pPr algn="ctr"/>
            <a:r>
              <a:rPr lang="pt-BR" sz="3200" b="1" noProof="0" dirty="0" err="1"/>
              <a:t>Occam's</a:t>
            </a:r>
            <a:r>
              <a:rPr lang="pt-BR" sz="3200" b="1" noProof="0" dirty="0"/>
              <a:t> </a:t>
            </a:r>
            <a:r>
              <a:rPr lang="pt-BR" sz="3200" b="1" noProof="0" dirty="0" err="1"/>
              <a:t>Razor</a:t>
            </a:r>
            <a:r>
              <a:rPr lang="pt-BR" sz="3200" b="1" noProof="0" dirty="0"/>
              <a:t>:</a:t>
            </a:r>
          </a:p>
          <a:p>
            <a:pPr algn="ctr"/>
            <a:r>
              <a:rPr lang="pt-BR" sz="3200" noProof="0" dirty="0"/>
              <a:t> </a:t>
            </a:r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principle</a:t>
            </a:r>
            <a:r>
              <a:rPr lang="pt-BR" sz="3200" noProof="0" dirty="0"/>
              <a:t> </a:t>
            </a:r>
            <a:r>
              <a:rPr lang="pt-BR" sz="3200" noProof="0" dirty="0" err="1"/>
              <a:t>that</a:t>
            </a:r>
            <a:r>
              <a:rPr lang="pt-BR" sz="3200" noProof="0" dirty="0"/>
              <a:t> </a:t>
            </a:r>
            <a:r>
              <a:rPr lang="pt-BR" sz="3200" noProof="0" dirty="0" err="1"/>
              <a:t>entities</a:t>
            </a:r>
            <a:r>
              <a:rPr lang="pt-BR" sz="3200" noProof="0" dirty="0"/>
              <a:t> </a:t>
            </a:r>
            <a:r>
              <a:rPr lang="pt-BR" sz="3200" noProof="0" dirty="0" err="1"/>
              <a:t>should</a:t>
            </a:r>
            <a:r>
              <a:rPr lang="pt-BR" sz="3200" noProof="0" dirty="0"/>
              <a:t> </a:t>
            </a:r>
            <a:r>
              <a:rPr lang="pt-BR" sz="3200" noProof="0" dirty="0" err="1"/>
              <a:t>not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noProof="0" dirty="0" err="1"/>
              <a:t>multiplied</a:t>
            </a:r>
            <a:r>
              <a:rPr lang="pt-BR" sz="3200" noProof="0" dirty="0"/>
              <a:t> </a:t>
            </a:r>
            <a:r>
              <a:rPr lang="pt-BR" sz="3200" noProof="0" dirty="0" err="1"/>
              <a:t>needlessly</a:t>
            </a:r>
            <a:r>
              <a:rPr lang="pt-BR" sz="3200" noProof="0" dirty="0"/>
              <a:t>; </a:t>
            </a:r>
          </a:p>
          <a:p>
            <a:pPr algn="ctr"/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simplest</a:t>
            </a:r>
            <a:r>
              <a:rPr lang="pt-BR" sz="3200" noProof="0" dirty="0"/>
              <a:t> </a:t>
            </a:r>
            <a:r>
              <a:rPr lang="pt-BR" sz="3200" noProof="0" dirty="0" err="1"/>
              <a:t>of</a:t>
            </a:r>
            <a:r>
              <a:rPr lang="pt-BR" sz="3200" noProof="0" dirty="0"/>
              <a:t> </a:t>
            </a:r>
            <a:r>
              <a:rPr lang="pt-BR" sz="3200" noProof="0" dirty="0" err="1"/>
              <a:t>two</a:t>
            </a:r>
            <a:r>
              <a:rPr lang="pt-BR" sz="3200" noProof="0" dirty="0"/>
              <a:t> </a:t>
            </a:r>
            <a:r>
              <a:rPr lang="pt-BR" sz="3200" noProof="0" dirty="0" err="1"/>
              <a:t>competing</a:t>
            </a:r>
            <a:r>
              <a:rPr lang="pt-BR" sz="3200" noProof="0" dirty="0"/>
              <a:t> </a:t>
            </a:r>
            <a:r>
              <a:rPr lang="pt-BR" sz="3200" noProof="0" dirty="0" err="1"/>
              <a:t>theories</a:t>
            </a:r>
            <a:r>
              <a:rPr lang="pt-BR" sz="3200" noProof="0" dirty="0"/>
              <a:t> </a:t>
            </a:r>
            <a:r>
              <a:rPr lang="pt-BR" sz="3200" noProof="0" dirty="0" err="1"/>
              <a:t>is</a:t>
            </a:r>
            <a:r>
              <a:rPr lang="pt-BR" sz="3200" noProof="0" dirty="0"/>
              <a:t> </a:t>
            </a:r>
            <a:r>
              <a:rPr lang="pt-BR" sz="3200" noProof="0" dirty="0" err="1"/>
              <a:t>to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u="sng" noProof="0" dirty="0" err="1"/>
              <a:t>preferred</a:t>
            </a:r>
            <a:endParaRPr lang="pt-BR" sz="3200" noProof="0" dirty="0"/>
          </a:p>
        </p:txBody>
      </p:sp>
      <p:sp>
        <p:nvSpPr>
          <p:cNvPr id="67" name="Cloud 66">
            <a:extLst>
              <a:ext uri="{FF2B5EF4-FFF2-40B4-BE49-F238E27FC236}">
                <a16:creationId xmlns:a16="http://schemas.microsoft.com/office/drawing/2014/main" id="{517C628F-1318-EE43-96E5-3DF6063A1B89}"/>
              </a:ext>
            </a:extLst>
          </p:cNvPr>
          <p:cNvSpPr/>
          <p:nvPr/>
        </p:nvSpPr>
        <p:spPr>
          <a:xfrm>
            <a:off x="8147821" y="1993972"/>
            <a:ext cx="481264" cy="529389"/>
          </a:xfrm>
          <a:prstGeom prst="clou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363011-4621-CE43-BAA3-533DD87290A1}"/>
              </a:ext>
            </a:extLst>
          </p:cNvPr>
          <p:cNvSpPr/>
          <p:nvPr/>
        </p:nvSpPr>
        <p:spPr>
          <a:xfrm>
            <a:off x="192004" y="778160"/>
            <a:ext cx="4800910" cy="3561611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370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2B7F6-9AEC-0C4A-94B4-F1A39F520911}"/>
              </a:ext>
            </a:extLst>
          </p:cNvPr>
          <p:cNvSpPr txBox="1"/>
          <p:nvPr/>
        </p:nvSpPr>
        <p:spPr>
          <a:xfrm>
            <a:off x="599942" y="766084"/>
            <a:ext cx="10958865" cy="206210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/>
              <a:t>Law </a:t>
            </a:r>
            <a:r>
              <a:rPr lang="pt-BR" sz="3200" b="1" noProof="0" dirty="0" err="1"/>
              <a:t>of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Parsimony</a:t>
            </a:r>
            <a:endParaRPr lang="pt-BR" sz="3200" b="1" noProof="0" dirty="0"/>
          </a:p>
          <a:p>
            <a:pPr algn="ctr"/>
            <a:r>
              <a:rPr lang="pt-BR" sz="3200" b="1" noProof="0" dirty="0" err="1"/>
              <a:t>Occam's</a:t>
            </a:r>
            <a:r>
              <a:rPr lang="pt-BR" sz="3200" b="1" noProof="0" dirty="0"/>
              <a:t> </a:t>
            </a:r>
            <a:r>
              <a:rPr lang="pt-BR" sz="3200" b="1" noProof="0" dirty="0" err="1"/>
              <a:t>Razor</a:t>
            </a:r>
            <a:r>
              <a:rPr lang="pt-BR" sz="3200" b="1" noProof="0" dirty="0"/>
              <a:t>:</a:t>
            </a:r>
          </a:p>
          <a:p>
            <a:pPr algn="ctr"/>
            <a:r>
              <a:rPr lang="pt-BR" sz="3200" noProof="0" dirty="0"/>
              <a:t> </a:t>
            </a:r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principle</a:t>
            </a:r>
            <a:r>
              <a:rPr lang="pt-BR" sz="3200" noProof="0" dirty="0"/>
              <a:t> </a:t>
            </a:r>
            <a:r>
              <a:rPr lang="pt-BR" sz="3200" noProof="0" dirty="0" err="1"/>
              <a:t>that</a:t>
            </a:r>
            <a:r>
              <a:rPr lang="pt-BR" sz="3200" noProof="0" dirty="0"/>
              <a:t> </a:t>
            </a:r>
            <a:r>
              <a:rPr lang="pt-BR" sz="3200" noProof="0" dirty="0" err="1"/>
              <a:t>entities</a:t>
            </a:r>
            <a:r>
              <a:rPr lang="pt-BR" sz="3200" noProof="0" dirty="0"/>
              <a:t> </a:t>
            </a:r>
            <a:r>
              <a:rPr lang="pt-BR" sz="3200" noProof="0" dirty="0" err="1"/>
              <a:t>should</a:t>
            </a:r>
            <a:r>
              <a:rPr lang="pt-BR" sz="3200" noProof="0" dirty="0"/>
              <a:t> </a:t>
            </a:r>
            <a:r>
              <a:rPr lang="pt-BR" sz="3200" noProof="0" dirty="0" err="1"/>
              <a:t>not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noProof="0" dirty="0" err="1"/>
              <a:t>multiplied</a:t>
            </a:r>
            <a:r>
              <a:rPr lang="pt-BR" sz="3200" noProof="0" dirty="0"/>
              <a:t> </a:t>
            </a:r>
            <a:r>
              <a:rPr lang="pt-BR" sz="3200" noProof="0" dirty="0" err="1"/>
              <a:t>needlessly</a:t>
            </a:r>
            <a:r>
              <a:rPr lang="pt-BR" sz="3200" noProof="0" dirty="0"/>
              <a:t>; </a:t>
            </a:r>
          </a:p>
          <a:p>
            <a:pPr algn="ctr"/>
            <a:r>
              <a:rPr lang="pt-BR" sz="3200" noProof="0" dirty="0" err="1"/>
              <a:t>the</a:t>
            </a:r>
            <a:r>
              <a:rPr lang="pt-BR" sz="3200" noProof="0" dirty="0"/>
              <a:t> </a:t>
            </a:r>
            <a:r>
              <a:rPr lang="pt-BR" sz="3200" noProof="0" dirty="0" err="1"/>
              <a:t>simplest</a:t>
            </a:r>
            <a:r>
              <a:rPr lang="pt-BR" sz="3200" noProof="0" dirty="0"/>
              <a:t> </a:t>
            </a:r>
            <a:r>
              <a:rPr lang="pt-BR" sz="3200" noProof="0" dirty="0" err="1"/>
              <a:t>of</a:t>
            </a:r>
            <a:r>
              <a:rPr lang="pt-BR" sz="3200" noProof="0" dirty="0"/>
              <a:t> </a:t>
            </a:r>
            <a:r>
              <a:rPr lang="pt-BR" sz="3200" noProof="0" dirty="0" err="1"/>
              <a:t>two</a:t>
            </a:r>
            <a:r>
              <a:rPr lang="pt-BR" sz="3200" noProof="0" dirty="0"/>
              <a:t> </a:t>
            </a:r>
            <a:r>
              <a:rPr lang="pt-BR" sz="3200" noProof="0" dirty="0" err="1"/>
              <a:t>competing</a:t>
            </a:r>
            <a:r>
              <a:rPr lang="pt-BR" sz="3200" noProof="0" dirty="0"/>
              <a:t> </a:t>
            </a:r>
            <a:r>
              <a:rPr lang="pt-BR" sz="3200" noProof="0" dirty="0" err="1"/>
              <a:t>theories</a:t>
            </a:r>
            <a:r>
              <a:rPr lang="pt-BR" sz="3200" noProof="0" dirty="0"/>
              <a:t> </a:t>
            </a:r>
            <a:r>
              <a:rPr lang="pt-BR" sz="3200" noProof="0" dirty="0" err="1"/>
              <a:t>is</a:t>
            </a:r>
            <a:r>
              <a:rPr lang="pt-BR" sz="3200" noProof="0" dirty="0"/>
              <a:t> </a:t>
            </a:r>
            <a:r>
              <a:rPr lang="pt-BR" sz="3200" noProof="0" dirty="0" err="1"/>
              <a:t>to</a:t>
            </a:r>
            <a:r>
              <a:rPr lang="pt-BR" sz="3200" noProof="0" dirty="0"/>
              <a:t> </a:t>
            </a:r>
            <a:r>
              <a:rPr lang="pt-BR" sz="3200" noProof="0" dirty="0" err="1"/>
              <a:t>be</a:t>
            </a:r>
            <a:r>
              <a:rPr lang="pt-BR" sz="3200" noProof="0" dirty="0"/>
              <a:t> </a:t>
            </a:r>
            <a:r>
              <a:rPr lang="pt-BR" sz="3200" u="sng" noProof="0" dirty="0" err="1"/>
              <a:t>preferred</a:t>
            </a:r>
            <a:endParaRPr lang="pt-BR" sz="32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6A428-A8CB-B348-814E-56CC8504AD61}"/>
              </a:ext>
            </a:extLst>
          </p:cNvPr>
          <p:cNvSpPr txBox="1"/>
          <p:nvPr/>
        </p:nvSpPr>
        <p:spPr>
          <a:xfrm>
            <a:off x="616567" y="3092796"/>
            <a:ext cx="10958865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noProof="0" dirty="0"/>
              <a:t>In </a:t>
            </a:r>
            <a:r>
              <a:rPr lang="pt-BR" sz="3200" noProof="0" dirty="0" err="1"/>
              <a:t>phylogenetics</a:t>
            </a:r>
            <a:r>
              <a:rPr lang="pt-BR" sz="3200" noProof="0" dirty="0"/>
              <a:t>,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parsimony</a:t>
            </a:r>
            <a:r>
              <a:rPr lang="pt-BR" sz="3200" noProof="0" dirty="0"/>
              <a:t> </a:t>
            </a:r>
            <a:r>
              <a:rPr lang="pt-BR" sz="3200" noProof="0" dirty="0" err="1"/>
              <a:t>analysis</a:t>
            </a:r>
            <a:r>
              <a:rPr lang="pt-BR" sz="3200" noProof="0" dirty="0"/>
              <a:t>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hierarchical</a:t>
            </a:r>
            <a:r>
              <a:rPr lang="pt-BR" sz="3200" noProof="0" dirty="0"/>
              <a:t> </a:t>
            </a:r>
            <a:r>
              <a:rPr lang="pt-BR" sz="3200" noProof="0" dirty="0" err="1"/>
              <a:t>ordination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synapomorphies</a:t>
            </a:r>
            <a:r>
              <a:rPr lang="pt-BR" sz="3200" noProof="0" dirty="0"/>
              <a:t> </a:t>
            </a:r>
            <a:r>
              <a:rPr lang="pt-BR" sz="3200" noProof="0" dirty="0" err="1"/>
              <a:t>by</a:t>
            </a:r>
            <a:r>
              <a:rPr lang="pt-BR" sz="3200" noProof="0" dirty="0"/>
              <a:t> </a:t>
            </a:r>
            <a:r>
              <a:rPr lang="pt-BR" sz="3200" noProof="0" dirty="0" err="1"/>
              <a:t>choosing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taxa </a:t>
            </a:r>
            <a:r>
              <a:rPr lang="pt-BR" sz="3200" noProof="0" dirty="0" err="1"/>
              <a:t>arrangement</a:t>
            </a:r>
            <a:r>
              <a:rPr lang="pt-BR" sz="3200" noProof="0" dirty="0"/>
              <a:t> </a:t>
            </a:r>
            <a:r>
              <a:rPr lang="pt-BR" sz="3200" noProof="0" dirty="0" err="1"/>
              <a:t>that</a:t>
            </a:r>
            <a:r>
              <a:rPr lang="pt-BR" sz="3200" noProof="0" dirty="0"/>
              <a:t> </a:t>
            </a:r>
            <a:r>
              <a:rPr lang="pt-BR" sz="3200" noProof="0" dirty="0" err="1"/>
              <a:t>explains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highest</a:t>
            </a:r>
            <a:r>
              <a:rPr lang="pt-BR" sz="3200" noProof="0" dirty="0"/>
              <a:t> </a:t>
            </a:r>
            <a:r>
              <a:rPr lang="pt-BR" sz="3200" noProof="0" dirty="0" err="1"/>
              <a:t>number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characters</a:t>
            </a:r>
            <a:r>
              <a:rPr lang="pt-BR" sz="3200" noProof="0" dirty="0"/>
              <a:t> in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simplest</a:t>
            </a:r>
            <a:r>
              <a:rPr lang="pt-BR" sz="3200" noProof="0" dirty="0"/>
              <a:t> </a:t>
            </a:r>
            <a:r>
              <a:rPr lang="pt-BR" sz="3200" noProof="0" dirty="0" err="1"/>
              <a:t>way</a:t>
            </a:r>
            <a:r>
              <a:rPr lang="pt-BR" sz="3200" noProof="0" dirty="0"/>
              <a:t>  </a:t>
            </a:r>
          </a:p>
          <a:p>
            <a:pPr algn="ctr"/>
            <a:endParaRPr lang="pt-BR" sz="3200" noProof="0" dirty="0"/>
          </a:p>
          <a:p>
            <a:pPr algn="ctr"/>
            <a:r>
              <a:rPr lang="pt-BR" sz="3200" noProof="0" dirty="0" err="1"/>
              <a:t>Parsimony</a:t>
            </a:r>
            <a:r>
              <a:rPr lang="pt-BR" sz="3200" noProof="0" dirty="0"/>
              <a:t>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universal </a:t>
            </a:r>
            <a:r>
              <a:rPr lang="pt-BR" sz="3200" noProof="0" dirty="0" err="1"/>
              <a:t>criterion</a:t>
            </a:r>
            <a:r>
              <a:rPr lang="pt-BR" sz="3200" noProof="0" dirty="0"/>
              <a:t> </a:t>
            </a:r>
            <a:r>
              <a:rPr lang="pt-BR" sz="3200" noProof="0" dirty="0" err="1"/>
              <a:t>to</a:t>
            </a:r>
            <a:r>
              <a:rPr lang="pt-BR" sz="3200" noProof="0" dirty="0"/>
              <a:t> </a:t>
            </a:r>
            <a:r>
              <a:rPr lang="pt-BR" sz="3200" noProof="0" dirty="0" err="1"/>
              <a:t>choose</a:t>
            </a:r>
            <a:r>
              <a:rPr lang="pt-BR" sz="3200" noProof="0" dirty="0"/>
              <a:t> </a:t>
            </a:r>
            <a:r>
              <a:rPr lang="pt-BR" sz="3200" noProof="0" dirty="0" err="1"/>
              <a:t>between</a:t>
            </a:r>
            <a:r>
              <a:rPr lang="pt-BR" sz="3200" noProof="0" dirty="0"/>
              <a:t> </a:t>
            </a:r>
            <a:r>
              <a:rPr lang="pt-BR" sz="3200" noProof="0" dirty="0" err="1"/>
              <a:t>alternative</a:t>
            </a:r>
            <a:r>
              <a:rPr lang="pt-BR" sz="3200" noProof="0" dirty="0"/>
              <a:t> </a:t>
            </a:r>
            <a:r>
              <a:rPr lang="pt-BR" sz="3200" noProof="0" dirty="0" err="1"/>
              <a:t>hypothesis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character</a:t>
            </a:r>
            <a:r>
              <a:rPr lang="pt-BR" sz="3200" noProof="0" dirty="0"/>
              <a:t> </a:t>
            </a:r>
            <a:r>
              <a:rPr lang="pt-BR" sz="3200" noProof="0" dirty="0" err="1"/>
              <a:t>distributions</a:t>
            </a:r>
            <a:r>
              <a:rPr lang="pt-BR" sz="32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2127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5EA22-BAAE-B943-9805-769B4154A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30" y="0"/>
            <a:ext cx="9997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85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22B30F-AA23-EC49-8823-1F1CB9A10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82"/>
          <a:stretch/>
        </p:blipFill>
        <p:spPr>
          <a:xfrm>
            <a:off x="5269424" y="585843"/>
            <a:ext cx="6922576" cy="5686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DFE429-E55D-044D-A50C-815989D137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48" t="214" r="3185" b="-214"/>
          <a:stretch/>
        </p:blipFill>
        <p:spPr>
          <a:xfrm>
            <a:off x="139484" y="473607"/>
            <a:ext cx="5271168" cy="5798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858251-0130-8346-AB81-2563E8EEC75B}"/>
              </a:ext>
            </a:extLst>
          </p:cNvPr>
          <p:cNvSpPr txBox="1"/>
          <p:nvPr/>
        </p:nvSpPr>
        <p:spPr>
          <a:xfrm>
            <a:off x="139484" y="6488668"/>
            <a:ext cx="24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Doyle &amp; </a:t>
            </a:r>
            <a:r>
              <a:rPr lang="pt-BR" noProof="0" dirty="0" err="1"/>
              <a:t>Donoghue</a:t>
            </a:r>
            <a:r>
              <a:rPr lang="pt-BR" noProof="0" dirty="0"/>
              <a:t> 1986</a:t>
            </a:r>
          </a:p>
        </p:txBody>
      </p:sp>
    </p:spTree>
    <p:extLst>
      <p:ext uri="{BB962C8B-B14F-4D97-AF65-F5344CB8AC3E}">
        <p14:creationId xmlns:p14="http://schemas.microsoft.com/office/powerpoint/2010/main" val="237811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Parsimony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4367E-5CA9-0C46-8FF2-5624D3242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037" y="601076"/>
            <a:ext cx="3185913" cy="6256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AE1C2-FA0A-A548-A00D-AEF987E8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97" y="929188"/>
            <a:ext cx="4686300" cy="560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598D82-A054-A04C-9D83-A795E6F838DA}"/>
              </a:ext>
            </a:extLst>
          </p:cNvPr>
          <p:cNvSpPr txBox="1"/>
          <p:nvPr/>
        </p:nvSpPr>
        <p:spPr>
          <a:xfrm>
            <a:off x="4463512" y="6482522"/>
            <a:ext cx="382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Kitching</a:t>
            </a:r>
            <a:r>
              <a:rPr lang="pt-BR" noProof="0" dirty="0"/>
              <a:t> et al. 1998, </a:t>
            </a:r>
            <a:r>
              <a:rPr lang="pt-BR" noProof="0" dirty="0" err="1"/>
              <a:t>Darlu</a:t>
            </a:r>
            <a:r>
              <a:rPr lang="pt-BR" noProof="0" dirty="0"/>
              <a:t> &amp; </a:t>
            </a:r>
            <a:r>
              <a:rPr lang="pt-BR" noProof="0" dirty="0" err="1"/>
              <a:t>Tassy</a:t>
            </a:r>
            <a:r>
              <a:rPr lang="pt-BR" noProof="0" dirty="0"/>
              <a:t> 1993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15EED8-AE3D-A041-8537-5B1F6F35394D}"/>
              </a:ext>
            </a:extLst>
          </p:cNvPr>
          <p:cNvSpPr txBox="1"/>
          <p:nvPr/>
        </p:nvSpPr>
        <p:spPr>
          <a:xfrm>
            <a:off x="203050" y="1137843"/>
            <a:ext cx="41380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 err="1"/>
              <a:t>With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addition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taxa,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number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possible</a:t>
            </a:r>
            <a:r>
              <a:rPr lang="pt-BR" sz="2400" noProof="0" dirty="0"/>
              <a:t> </a:t>
            </a:r>
            <a:r>
              <a:rPr lang="pt-BR" sz="2400" noProof="0" dirty="0" err="1"/>
              <a:t>resolved</a:t>
            </a:r>
            <a:r>
              <a:rPr lang="pt-BR" sz="2400" noProof="0" dirty="0"/>
              <a:t> networks </a:t>
            </a:r>
            <a:r>
              <a:rPr lang="pt-BR" sz="2400" noProof="0" dirty="0" err="1"/>
              <a:t>increases</a:t>
            </a:r>
            <a:r>
              <a:rPr lang="pt-BR" sz="2400" noProof="0" dirty="0"/>
              <a:t> </a:t>
            </a:r>
            <a:r>
              <a:rPr lang="pt-BR" sz="2400" noProof="0" dirty="0" err="1"/>
              <a:t>very</a:t>
            </a:r>
            <a:r>
              <a:rPr lang="pt-BR" sz="2400" noProof="0" dirty="0"/>
              <a:t> fast, </a:t>
            </a:r>
            <a:r>
              <a:rPr lang="pt-BR" sz="2400" noProof="0" dirty="0" err="1"/>
              <a:t>regardless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number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characters</a:t>
            </a:r>
            <a:r>
              <a:rPr lang="pt-BR" sz="2400" noProof="0" dirty="0"/>
              <a:t>. </a:t>
            </a:r>
          </a:p>
          <a:p>
            <a:endParaRPr lang="pt-BR" sz="2400" noProof="0" dirty="0"/>
          </a:p>
          <a:p>
            <a:r>
              <a:rPr lang="pt-BR" sz="2400" noProof="0" dirty="0" err="1"/>
              <a:t>Computational</a:t>
            </a:r>
            <a:r>
              <a:rPr lang="pt-BR" sz="2400" noProof="0" dirty="0"/>
              <a:t> </a:t>
            </a:r>
            <a:r>
              <a:rPr lang="pt-BR" sz="2400" noProof="0" dirty="0" err="1"/>
              <a:t>shortcuts</a:t>
            </a:r>
            <a:r>
              <a:rPr lang="pt-BR" sz="2400" noProof="0" dirty="0"/>
              <a:t> </a:t>
            </a:r>
            <a:r>
              <a:rPr lang="pt-BR" sz="2400" noProof="0" dirty="0" err="1"/>
              <a:t>allow</a:t>
            </a:r>
            <a:r>
              <a:rPr lang="pt-BR" sz="2400" noProof="0" dirty="0"/>
              <a:t> </a:t>
            </a:r>
            <a:r>
              <a:rPr lang="pt-BR" sz="2400" noProof="0" dirty="0" err="1"/>
              <a:t>to</a:t>
            </a:r>
            <a:r>
              <a:rPr lang="pt-BR" sz="2400" noProof="0" dirty="0"/>
              <a:t> </a:t>
            </a:r>
            <a:r>
              <a:rPr lang="pt-BR" sz="2400" noProof="0" dirty="0" err="1"/>
              <a:t>speed</a:t>
            </a:r>
            <a:r>
              <a:rPr lang="pt-BR" sz="2400" noProof="0" dirty="0"/>
              <a:t> </a:t>
            </a:r>
            <a:r>
              <a:rPr lang="pt-BR" sz="2400" noProof="0" dirty="0" err="1"/>
              <a:t>up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process</a:t>
            </a:r>
            <a:r>
              <a:rPr lang="pt-BR" sz="2400" noProof="0" dirty="0"/>
              <a:t>, </a:t>
            </a:r>
            <a:r>
              <a:rPr lang="pt-BR" sz="2400" noProof="0" dirty="0" err="1"/>
              <a:t>but</a:t>
            </a:r>
            <a:r>
              <a:rPr lang="pt-BR" sz="2400" noProof="0" dirty="0"/>
              <a:t> </a:t>
            </a:r>
            <a:r>
              <a:rPr lang="pt-BR" sz="2400" noProof="0" dirty="0" err="1"/>
              <a:t>usually</a:t>
            </a:r>
            <a:r>
              <a:rPr lang="pt-BR" sz="2400" noProof="0" dirty="0"/>
              <a:t> </a:t>
            </a:r>
            <a:r>
              <a:rPr lang="pt-BR" sz="2400" noProof="0" dirty="0" err="1"/>
              <a:t>restrict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search</a:t>
            </a:r>
            <a:r>
              <a:rPr lang="pt-BR" sz="2400" noProof="0" dirty="0"/>
              <a:t> </a:t>
            </a:r>
            <a:r>
              <a:rPr lang="pt-BR" sz="2400" noProof="0" dirty="0" err="1"/>
              <a:t>to</a:t>
            </a:r>
            <a:r>
              <a:rPr lang="pt-BR" sz="2400" noProof="0" dirty="0"/>
              <a:t> a set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possible</a:t>
            </a:r>
            <a:r>
              <a:rPr lang="pt-BR" sz="2400" noProof="0" dirty="0"/>
              <a:t> </a:t>
            </a:r>
            <a:r>
              <a:rPr lang="pt-BR" sz="2400" noProof="0" dirty="0" err="1"/>
              <a:t>trees</a:t>
            </a:r>
            <a:r>
              <a:rPr lang="pt-BR" sz="2400" noProof="0" dirty="0"/>
              <a:t>, </a:t>
            </a:r>
            <a:r>
              <a:rPr lang="pt-BR" sz="2400" noProof="0" dirty="0" err="1"/>
              <a:t>so</a:t>
            </a:r>
            <a:r>
              <a:rPr lang="pt-BR" sz="2400" noProof="0" dirty="0"/>
              <a:t> </a:t>
            </a:r>
            <a:r>
              <a:rPr lang="pt-BR" sz="2400" noProof="0" dirty="0" err="1"/>
              <a:t>they</a:t>
            </a:r>
            <a:r>
              <a:rPr lang="pt-BR" sz="2400" noProof="0" dirty="0"/>
              <a:t> </a:t>
            </a:r>
            <a:r>
              <a:rPr lang="pt-BR" sz="2400" noProof="0" dirty="0" err="1"/>
              <a:t>will</a:t>
            </a:r>
            <a:r>
              <a:rPr lang="pt-BR" sz="2400" noProof="0" dirty="0"/>
              <a:t> </a:t>
            </a:r>
            <a:r>
              <a:rPr lang="pt-BR" sz="2400" noProof="0" dirty="0" err="1"/>
              <a:t>only</a:t>
            </a:r>
            <a:r>
              <a:rPr lang="pt-BR" sz="2400" noProof="0" dirty="0"/>
              <a:t> </a:t>
            </a:r>
            <a:r>
              <a:rPr lang="pt-BR" sz="2400" noProof="0" dirty="0" err="1"/>
              <a:t>find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local </a:t>
            </a:r>
            <a:r>
              <a:rPr lang="pt-BR" sz="2400" noProof="0" dirty="0" err="1"/>
              <a:t>optimum</a:t>
            </a:r>
            <a:r>
              <a:rPr lang="pt-BR" sz="24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3496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Morphological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D93302-E02B-3741-B651-B63BBC9FDDC6}"/>
              </a:ext>
            </a:extLst>
          </p:cNvPr>
          <p:cNvGrpSpPr/>
          <p:nvPr/>
        </p:nvGrpSpPr>
        <p:grpSpPr>
          <a:xfrm>
            <a:off x="513604" y="3964838"/>
            <a:ext cx="11164792" cy="2684985"/>
            <a:chOff x="486357" y="2213604"/>
            <a:chExt cx="11164792" cy="268498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582AB3-A264-4948-81F6-8268D76E70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61" t="68069" b="3476"/>
            <a:stretch/>
          </p:blipFill>
          <p:spPr>
            <a:xfrm>
              <a:off x="486357" y="2213604"/>
              <a:ext cx="1864669" cy="21501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3F7D294-5DD0-CB43-A341-6DB118D1C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056" t="39971" r="68729" b="35345"/>
            <a:stretch/>
          </p:blipFill>
          <p:spPr>
            <a:xfrm>
              <a:off x="6417003" y="2213626"/>
              <a:ext cx="2094856" cy="21501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8F2FCD-B28A-7A48-A107-441E1C1660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083" t="40307" r="37362" b="35008"/>
            <a:stretch/>
          </p:blipFill>
          <p:spPr>
            <a:xfrm>
              <a:off x="3637613" y="2213618"/>
              <a:ext cx="1492803" cy="215016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614A959-2D46-0742-87FA-D701DD86EA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774" t="38885" r="52011" b="36431"/>
            <a:stretch/>
          </p:blipFill>
          <p:spPr>
            <a:xfrm>
              <a:off x="9556293" y="2213626"/>
              <a:ext cx="2094856" cy="2150160"/>
            </a:xfrm>
            <a:prstGeom prst="rect">
              <a:avLst/>
            </a:prstGeom>
          </p:spPr>
        </p:pic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79A1788D-E04B-FC42-90CD-3E061C6BA3E9}"/>
                </a:ext>
              </a:extLst>
            </p:cNvPr>
            <p:cNvSpPr/>
            <p:nvPr/>
          </p:nvSpPr>
          <p:spPr>
            <a:xfrm>
              <a:off x="2632841" y="3288695"/>
              <a:ext cx="740980" cy="32160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FBAADF1D-9E5E-BC41-8DE0-F59CD618ED25}"/>
                </a:ext>
              </a:extLst>
            </p:cNvPr>
            <p:cNvSpPr/>
            <p:nvPr/>
          </p:nvSpPr>
          <p:spPr>
            <a:xfrm>
              <a:off x="5630917" y="3288695"/>
              <a:ext cx="740980" cy="32160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9318B146-E807-7E41-8D7C-D6E2EFC4D942}"/>
                </a:ext>
              </a:extLst>
            </p:cNvPr>
            <p:cNvSpPr/>
            <p:nvPr/>
          </p:nvSpPr>
          <p:spPr>
            <a:xfrm>
              <a:off x="8716138" y="3288695"/>
              <a:ext cx="740980" cy="32160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391B90-E938-1A47-9768-10C45CC6E4F8}"/>
                </a:ext>
              </a:extLst>
            </p:cNvPr>
            <p:cNvSpPr txBox="1"/>
            <p:nvPr/>
          </p:nvSpPr>
          <p:spPr>
            <a:xfrm>
              <a:off x="1037602" y="4313814"/>
              <a:ext cx="567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410090-7EF7-C043-804E-0F621D592B74}"/>
                </a:ext>
              </a:extLst>
            </p:cNvPr>
            <p:cNvSpPr txBox="1"/>
            <p:nvPr/>
          </p:nvSpPr>
          <p:spPr>
            <a:xfrm>
              <a:off x="4129683" y="4313813"/>
              <a:ext cx="567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E5ECA5-8BD4-FC44-ADBC-521D54D0F807}"/>
                </a:ext>
              </a:extLst>
            </p:cNvPr>
            <p:cNvSpPr txBox="1"/>
            <p:nvPr/>
          </p:nvSpPr>
          <p:spPr>
            <a:xfrm>
              <a:off x="7221764" y="4313812"/>
              <a:ext cx="567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7D19B52-C0BA-E64C-BB47-D2ABD73F8369}"/>
                </a:ext>
              </a:extLst>
            </p:cNvPr>
            <p:cNvSpPr txBox="1"/>
            <p:nvPr/>
          </p:nvSpPr>
          <p:spPr>
            <a:xfrm>
              <a:off x="10302158" y="4313814"/>
              <a:ext cx="567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b="1" noProof="0" dirty="0"/>
                <a:t>3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10253B-CD64-EC45-81E6-63918807CB82}"/>
              </a:ext>
            </a:extLst>
          </p:cNvPr>
          <p:cNvSpPr txBox="1"/>
          <p:nvPr/>
        </p:nvSpPr>
        <p:spPr>
          <a:xfrm>
            <a:off x="6269969" y="755876"/>
            <a:ext cx="5648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 err="1"/>
              <a:t>Ordering</a:t>
            </a:r>
            <a:r>
              <a:rPr lang="pt-BR" sz="2400" noProof="0" dirty="0"/>
              <a:t> </a:t>
            </a:r>
            <a:r>
              <a:rPr lang="pt-BR" sz="2400" noProof="0" dirty="0" err="1"/>
              <a:t>morphological</a:t>
            </a:r>
            <a:r>
              <a:rPr lang="pt-BR" sz="2400" noProof="0" dirty="0"/>
              <a:t> </a:t>
            </a:r>
            <a:r>
              <a:rPr lang="pt-BR" sz="2400" noProof="0" dirty="0" err="1"/>
              <a:t>characters</a:t>
            </a:r>
            <a:r>
              <a:rPr lang="pt-BR" sz="2400" noProof="0" dirty="0"/>
              <a:t>: </a:t>
            </a:r>
            <a:r>
              <a:rPr lang="pt-BR" sz="2400" noProof="0" dirty="0" err="1"/>
              <a:t>based</a:t>
            </a:r>
            <a:r>
              <a:rPr lang="pt-BR" sz="2400" noProof="0" dirty="0"/>
              <a:t> </a:t>
            </a:r>
            <a:r>
              <a:rPr lang="pt-BR" sz="2400" noProof="0" dirty="0" err="1"/>
              <a:t>on</a:t>
            </a:r>
            <a:r>
              <a:rPr lang="pt-BR" sz="2400" noProof="0" dirty="0"/>
              <a:t> </a:t>
            </a:r>
            <a:r>
              <a:rPr lang="pt-BR" sz="2400" noProof="0" dirty="0" err="1"/>
              <a:t>observations</a:t>
            </a:r>
            <a:r>
              <a:rPr lang="pt-BR" sz="2400" noProof="0" dirty="0"/>
              <a:t>, </a:t>
            </a:r>
            <a:r>
              <a:rPr lang="pt-BR" sz="2400" noProof="0" dirty="0" err="1"/>
              <a:t>ontogeny</a:t>
            </a:r>
            <a:r>
              <a:rPr lang="pt-BR" sz="2400" noProof="0" dirty="0"/>
              <a:t> </a:t>
            </a:r>
            <a:r>
              <a:rPr lang="pt-BR" sz="2400" noProof="0" dirty="0" err="1"/>
              <a:t>studies</a:t>
            </a:r>
            <a:r>
              <a:rPr lang="pt-BR" sz="2400" noProof="0" dirty="0"/>
              <a:t>, </a:t>
            </a:r>
            <a:r>
              <a:rPr lang="pt-BR" sz="2400" noProof="0" dirty="0" err="1"/>
              <a:t>etc</a:t>
            </a:r>
            <a:endParaRPr lang="pt-BR" sz="2400" noProof="0" dirty="0"/>
          </a:p>
          <a:p>
            <a:endParaRPr lang="pt-BR" sz="2400" noProof="0" dirty="0"/>
          </a:p>
          <a:p>
            <a:r>
              <a:rPr lang="pt-BR" sz="2400" noProof="0" dirty="0" err="1"/>
              <a:t>Order</a:t>
            </a:r>
            <a:r>
              <a:rPr lang="pt-BR" sz="2400" noProof="0" dirty="0"/>
              <a:t> </a:t>
            </a:r>
            <a:r>
              <a:rPr lang="pt-BR" sz="2400" noProof="0" dirty="0" err="1"/>
              <a:t>influences</a:t>
            </a:r>
            <a:r>
              <a:rPr lang="pt-BR" sz="2400" noProof="0" dirty="0"/>
              <a:t> </a:t>
            </a:r>
            <a:r>
              <a:rPr lang="pt-BR" sz="2400" noProof="0" dirty="0" err="1"/>
              <a:t>how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characters</a:t>
            </a:r>
            <a:r>
              <a:rPr lang="pt-BR" sz="2400" noProof="0" dirty="0"/>
              <a:t> </a:t>
            </a:r>
            <a:r>
              <a:rPr lang="pt-BR" sz="2400" noProof="0" dirty="0" err="1"/>
              <a:t>will</a:t>
            </a:r>
            <a:r>
              <a:rPr lang="pt-BR" sz="2400" noProof="0" dirty="0"/>
              <a:t> </a:t>
            </a:r>
            <a:r>
              <a:rPr lang="pt-BR" sz="2400" noProof="0" dirty="0" err="1"/>
              <a:t>be</a:t>
            </a:r>
            <a:r>
              <a:rPr lang="pt-BR" sz="2400" noProof="0" dirty="0"/>
              <a:t> </a:t>
            </a:r>
            <a:r>
              <a:rPr lang="pt-BR" sz="2400" noProof="0" dirty="0" err="1"/>
              <a:t>used</a:t>
            </a:r>
            <a:r>
              <a:rPr lang="pt-BR" sz="2400" noProof="0" dirty="0"/>
              <a:t> </a:t>
            </a:r>
            <a:r>
              <a:rPr lang="pt-BR" sz="2400" noProof="0" dirty="0" err="1"/>
              <a:t>to</a:t>
            </a:r>
            <a:r>
              <a:rPr lang="pt-BR" sz="2400" noProof="0" dirty="0"/>
              <a:t> build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cladogram</a:t>
            </a:r>
            <a:endParaRPr lang="pt-BR" sz="24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3B791-81DA-044B-A935-214C0662FF76}"/>
              </a:ext>
            </a:extLst>
          </p:cNvPr>
          <p:cNvSpPr txBox="1"/>
          <p:nvPr/>
        </p:nvSpPr>
        <p:spPr>
          <a:xfrm>
            <a:off x="456653" y="942255"/>
            <a:ext cx="54653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/>
              <a:t>Character: </a:t>
            </a:r>
            <a:r>
              <a:rPr lang="pt-BR" sz="2800" noProof="0" dirty="0" err="1"/>
              <a:t>leaf</a:t>
            </a:r>
            <a:r>
              <a:rPr lang="pt-BR" sz="2800" noProof="0" dirty="0"/>
              <a:t> </a:t>
            </a:r>
            <a:r>
              <a:rPr lang="pt-BR" sz="2800" noProof="0" dirty="0" err="1"/>
              <a:t>blade</a:t>
            </a:r>
            <a:r>
              <a:rPr lang="pt-BR" sz="2800" noProof="0" dirty="0"/>
              <a:t> </a:t>
            </a:r>
            <a:r>
              <a:rPr lang="pt-BR" sz="2800" noProof="0" dirty="0" err="1"/>
              <a:t>division</a:t>
            </a:r>
            <a:endParaRPr lang="pt-BR" sz="2800" noProof="0" dirty="0"/>
          </a:p>
          <a:p>
            <a:r>
              <a:rPr lang="pt-BR" sz="2800" b="1" noProof="0" dirty="0"/>
              <a:t>States:</a:t>
            </a:r>
            <a:r>
              <a:rPr lang="pt-BR" sz="2800" noProof="0" dirty="0"/>
              <a:t>	0 – </a:t>
            </a:r>
            <a:r>
              <a:rPr lang="pt-BR" sz="2800" noProof="0" dirty="0" err="1"/>
              <a:t>simple</a:t>
            </a:r>
            <a:r>
              <a:rPr lang="pt-BR" sz="2800" noProof="0" dirty="0"/>
              <a:t> </a:t>
            </a:r>
          </a:p>
          <a:p>
            <a:r>
              <a:rPr lang="pt-BR" sz="2800" noProof="0" dirty="0"/>
              <a:t>		1 – </a:t>
            </a:r>
            <a:r>
              <a:rPr lang="pt-BR" sz="2800" noProof="0" dirty="0" err="1"/>
              <a:t>pinnate</a:t>
            </a:r>
            <a:r>
              <a:rPr lang="pt-BR" sz="2800" noProof="0" dirty="0"/>
              <a:t> </a:t>
            </a:r>
          </a:p>
          <a:p>
            <a:r>
              <a:rPr lang="pt-BR" sz="2800" noProof="0" dirty="0"/>
              <a:t>		2 – </a:t>
            </a:r>
            <a:r>
              <a:rPr lang="pt-BR" sz="2800" noProof="0" dirty="0" err="1"/>
              <a:t>bipinnate</a:t>
            </a:r>
            <a:endParaRPr lang="pt-BR" sz="2800" noProof="0" dirty="0"/>
          </a:p>
          <a:p>
            <a:r>
              <a:rPr lang="pt-BR" sz="2800" noProof="0" dirty="0"/>
              <a:t>		3 – </a:t>
            </a:r>
            <a:r>
              <a:rPr lang="pt-BR" sz="2800" noProof="0" dirty="0" err="1"/>
              <a:t>tripinnate</a:t>
            </a:r>
            <a:r>
              <a:rPr lang="pt-BR" sz="2800" noProof="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02878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H="1" flipV="1">
            <a:off x="1851490" y="2684918"/>
            <a:ext cx="1500525" cy="19141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5231639" y="1899724"/>
            <a:ext cx="1490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205983" y="2677995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H="1" flipV="1">
            <a:off x="4182452" y="2677995"/>
            <a:ext cx="628418" cy="7109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2664542" y="1992058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</p:cNvCxnSpPr>
          <p:nvPr/>
        </p:nvCxnSpPr>
        <p:spPr>
          <a:xfrm flipV="1">
            <a:off x="2282888" y="2677995"/>
            <a:ext cx="3398268" cy="2853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649367" y="2518616"/>
            <a:ext cx="5023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Zombies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_________</a:t>
            </a:r>
          </a:p>
          <a:p>
            <a:endParaRPr lang="pt-BR" sz="2800" noProof="0" dirty="0"/>
          </a:p>
          <a:p>
            <a:r>
              <a:rPr lang="pt-BR" sz="2800" noProof="0" dirty="0" err="1"/>
              <a:t>Mermaids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__________</a:t>
            </a:r>
          </a:p>
        </p:txBody>
      </p:sp>
    </p:spTree>
    <p:extLst>
      <p:ext uri="{BB962C8B-B14F-4D97-AF65-F5344CB8AC3E}">
        <p14:creationId xmlns:p14="http://schemas.microsoft.com/office/powerpoint/2010/main" val="3697734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H="1" flipV="1">
            <a:off x="1851490" y="2684918"/>
            <a:ext cx="1500525" cy="19141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5231639" y="1899724"/>
            <a:ext cx="1490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205983" y="2677995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H="1" flipV="1">
            <a:off x="4182452" y="2677995"/>
            <a:ext cx="628418" cy="7109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2664542" y="1992058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</p:cNvCxnSpPr>
          <p:nvPr/>
        </p:nvCxnSpPr>
        <p:spPr>
          <a:xfrm flipV="1">
            <a:off x="2282888" y="2677995"/>
            <a:ext cx="3398268" cy="2853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649367" y="2518616"/>
            <a:ext cx="50230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Zombies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FAIRIES</a:t>
            </a:r>
          </a:p>
          <a:p>
            <a:endParaRPr lang="pt-BR" sz="2800" noProof="0" dirty="0"/>
          </a:p>
          <a:p>
            <a:r>
              <a:rPr lang="pt-BR" sz="2800" noProof="0" dirty="0" err="1"/>
              <a:t>Mermaids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UNICORNS+ZOMBIES+FAIRIES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2BA517-5C81-AB49-BA70-030D1A32E963}"/>
              </a:ext>
            </a:extLst>
          </p:cNvPr>
          <p:cNvSpPr/>
          <p:nvPr/>
        </p:nvSpPr>
        <p:spPr>
          <a:xfrm>
            <a:off x="4557713" y="3186113"/>
            <a:ext cx="485775" cy="442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82CFF7-0E19-D74A-86D2-C597F1D3BA39}"/>
              </a:ext>
            </a:extLst>
          </p:cNvPr>
          <p:cNvSpPr/>
          <p:nvPr/>
        </p:nvSpPr>
        <p:spPr>
          <a:xfrm>
            <a:off x="3924260" y="3681600"/>
            <a:ext cx="485775" cy="44291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42988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V="1">
            <a:off x="1280663" y="2684918"/>
            <a:ext cx="570828" cy="897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5231639" y="1899724"/>
            <a:ext cx="1490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205983" y="2677995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H="1" flipV="1">
            <a:off x="4182452" y="2677995"/>
            <a:ext cx="628418" cy="7109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2664542" y="1992058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</p:cNvCxnSpPr>
          <p:nvPr/>
        </p:nvCxnSpPr>
        <p:spPr>
          <a:xfrm flipV="1">
            <a:off x="2282888" y="2677995"/>
            <a:ext cx="3398268" cy="2853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649367" y="2518616"/>
            <a:ext cx="5023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 err="1"/>
              <a:t>Mermaids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__________</a:t>
            </a:r>
          </a:p>
          <a:p>
            <a:endParaRPr lang="pt-BR" sz="2800" noProof="0" dirty="0"/>
          </a:p>
          <a:p>
            <a:r>
              <a:rPr lang="pt-BR" sz="2800" noProof="0" dirty="0" err="1"/>
              <a:t>Unicorns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__________</a:t>
            </a:r>
          </a:p>
        </p:txBody>
      </p:sp>
    </p:spTree>
    <p:extLst>
      <p:ext uri="{BB962C8B-B14F-4D97-AF65-F5344CB8AC3E}">
        <p14:creationId xmlns:p14="http://schemas.microsoft.com/office/powerpoint/2010/main" val="936090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V="1">
            <a:off x="1280663" y="2684918"/>
            <a:ext cx="570828" cy="897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5231639" y="1899724"/>
            <a:ext cx="1490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205983" y="2677995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H="1" flipV="1">
            <a:off x="4182452" y="2677995"/>
            <a:ext cx="628418" cy="7109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2664542" y="1992058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</p:cNvCxnSpPr>
          <p:nvPr/>
        </p:nvCxnSpPr>
        <p:spPr>
          <a:xfrm flipV="1">
            <a:off x="2282888" y="2677995"/>
            <a:ext cx="3398268" cy="2853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649367" y="2518616"/>
            <a:ext cx="5023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 err="1"/>
              <a:t>Mermaids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DRAGONS</a:t>
            </a:r>
          </a:p>
          <a:p>
            <a:endParaRPr lang="pt-BR" sz="2800" noProof="0" dirty="0"/>
          </a:p>
          <a:p>
            <a:r>
              <a:rPr lang="pt-BR" sz="2800" noProof="0" dirty="0" err="1"/>
              <a:t>Unicorns</a:t>
            </a:r>
            <a:r>
              <a:rPr lang="pt-BR" sz="2800" noProof="0" dirty="0"/>
              <a:t>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ZOMBIES+FAIRIES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91A249-3CCC-7848-A6C6-4387B101AC26}"/>
              </a:ext>
            </a:extLst>
          </p:cNvPr>
          <p:cNvSpPr/>
          <p:nvPr/>
        </p:nvSpPr>
        <p:spPr>
          <a:xfrm>
            <a:off x="1088249" y="3325796"/>
            <a:ext cx="485775" cy="442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EF74CB-AA3A-354A-8623-8F8ABED046E7}"/>
              </a:ext>
            </a:extLst>
          </p:cNvPr>
          <p:cNvSpPr/>
          <p:nvPr/>
        </p:nvSpPr>
        <p:spPr>
          <a:xfrm>
            <a:off x="3924260" y="3681600"/>
            <a:ext cx="485775" cy="44291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814819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V="1">
            <a:off x="1280663" y="2684918"/>
            <a:ext cx="570828" cy="897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2712998" y="1987594"/>
            <a:ext cx="996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198045" y="2771354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V="1">
            <a:off x="3771744" y="2677996"/>
            <a:ext cx="410708" cy="830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5292079" y="2030817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282888" y="2861814"/>
            <a:ext cx="3275943" cy="26695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759013" y="2711100"/>
            <a:ext cx="50230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Zombies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_________</a:t>
            </a:r>
          </a:p>
        </p:txBody>
      </p:sp>
    </p:spTree>
    <p:extLst>
      <p:ext uri="{BB962C8B-B14F-4D97-AF65-F5344CB8AC3E}">
        <p14:creationId xmlns:p14="http://schemas.microsoft.com/office/powerpoint/2010/main" val="37694191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22BE0A-00B8-6D4C-85FC-516540999DE0}"/>
              </a:ext>
            </a:extLst>
          </p:cNvPr>
          <p:cNvCxnSpPr>
            <a:cxnSpLocks/>
          </p:cNvCxnSpPr>
          <p:nvPr/>
        </p:nvCxnSpPr>
        <p:spPr>
          <a:xfrm flipV="1">
            <a:off x="1280663" y="2684918"/>
            <a:ext cx="570828" cy="897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1B15C7-D014-AD43-B60D-A12EF2E30742}"/>
              </a:ext>
            </a:extLst>
          </p:cNvPr>
          <p:cNvSpPr txBox="1"/>
          <p:nvPr/>
        </p:nvSpPr>
        <p:spPr>
          <a:xfrm>
            <a:off x="1438656" y="2006611"/>
            <a:ext cx="704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🧜🏽‍♀️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B1AF-5347-424C-BF5B-9FBCDDC1DA25}"/>
              </a:ext>
            </a:extLst>
          </p:cNvPr>
          <p:cNvSpPr txBox="1"/>
          <p:nvPr/>
        </p:nvSpPr>
        <p:spPr>
          <a:xfrm>
            <a:off x="2712998" y="1987594"/>
            <a:ext cx="996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🧚🏻‍♀️</a:t>
            </a:r>
            <a:endParaRPr lang="pt-BR" sz="8800" b="1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CAB007-2D88-0E48-BBC0-311D45BFB08A}"/>
              </a:ext>
            </a:extLst>
          </p:cNvPr>
          <p:cNvCxnSpPr>
            <a:cxnSpLocks/>
          </p:cNvCxnSpPr>
          <p:nvPr/>
        </p:nvCxnSpPr>
        <p:spPr>
          <a:xfrm flipH="1" flipV="1">
            <a:off x="3198045" y="2771354"/>
            <a:ext cx="962834" cy="12351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D52AC-DE6E-5840-9F05-EC2412243FF4}"/>
              </a:ext>
            </a:extLst>
          </p:cNvPr>
          <p:cNvCxnSpPr>
            <a:cxnSpLocks/>
          </p:cNvCxnSpPr>
          <p:nvPr/>
        </p:nvCxnSpPr>
        <p:spPr>
          <a:xfrm flipV="1">
            <a:off x="3771744" y="2677996"/>
            <a:ext cx="410708" cy="830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15A0D-7B13-264A-950E-5833C59B2F03}"/>
              </a:ext>
            </a:extLst>
          </p:cNvPr>
          <p:cNvSpPr txBox="1"/>
          <p:nvPr/>
        </p:nvSpPr>
        <p:spPr>
          <a:xfrm>
            <a:off x="5292079" y="2030817"/>
            <a:ext cx="53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🦄</a:t>
            </a:r>
            <a:endParaRPr lang="pt-BR" sz="7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455D5-3538-EE4D-9476-7347103B8177}"/>
              </a:ext>
            </a:extLst>
          </p:cNvPr>
          <p:cNvSpPr txBox="1"/>
          <p:nvPr/>
        </p:nvSpPr>
        <p:spPr>
          <a:xfrm>
            <a:off x="3822173" y="1972320"/>
            <a:ext cx="44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noProof="0" dirty="0"/>
              <a:t>🧟‍♂️</a:t>
            </a:r>
            <a:endParaRPr lang="pt-BR" sz="7200" b="1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56942-A12A-4942-8396-61B52341010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282888" y="2861814"/>
            <a:ext cx="3275943" cy="26695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2C89C2-B964-D14C-AC2D-0E2D33B6F00C}"/>
              </a:ext>
            </a:extLst>
          </p:cNvPr>
          <p:cNvSpPr txBox="1"/>
          <p:nvPr/>
        </p:nvSpPr>
        <p:spPr>
          <a:xfrm>
            <a:off x="0" y="1846151"/>
            <a:ext cx="128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noProof="0" dirty="0"/>
              <a:t>🐉</a:t>
            </a:r>
            <a:endParaRPr lang="pt-BR" sz="8800" b="1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E87BEF-90B0-3848-9889-73EB3C6A36E2}"/>
              </a:ext>
            </a:extLst>
          </p:cNvPr>
          <p:cNvCxnSpPr>
            <a:cxnSpLocks/>
          </p:cNvCxnSpPr>
          <p:nvPr/>
        </p:nvCxnSpPr>
        <p:spPr>
          <a:xfrm flipH="1" flipV="1">
            <a:off x="512193" y="2701353"/>
            <a:ext cx="2138714" cy="25310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F291C0-A734-4241-A329-DB30ED762614}"/>
              </a:ext>
            </a:extLst>
          </p:cNvPr>
          <p:cNvSpPr txBox="1"/>
          <p:nvPr/>
        </p:nvSpPr>
        <p:spPr>
          <a:xfrm>
            <a:off x="6759013" y="2711100"/>
            <a:ext cx="50230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Zombies are more </a:t>
            </a:r>
            <a:r>
              <a:rPr lang="pt-BR" sz="2800" noProof="0" dirty="0" err="1"/>
              <a:t>closely</a:t>
            </a:r>
            <a:r>
              <a:rPr lang="pt-BR" sz="2800" noProof="0" dirty="0"/>
              <a:t> </a:t>
            </a:r>
            <a:r>
              <a:rPr lang="pt-BR" sz="2800" noProof="0" dirty="0" err="1"/>
              <a:t>related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FAIRIES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DA03B1-9FCF-2F41-BE27-3B446EBC328E}"/>
              </a:ext>
            </a:extLst>
          </p:cNvPr>
          <p:cNvSpPr/>
          <p:nvPr/>
        </p:nvSpPr>
        <p:spPr>
          <a:xfrm>
            <a:off x="3542643" y="3234625"/>
            <a:ext cx="485775" cy="442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70430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4EC2C-D9F6-9D41-8632-068868F88A15}"/>
              </a:ext>
            </a:extLst>
          </p:cNvPr>
          <p:cNvSpPr txBox="1"/>
          <p:nvPr/>
        </p:nvSpPr>
        <p:spPr>
          <a:xfrm>
            <a:off x="699496" y="1074767"/>
            <a:ext cx="10793007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b="1" noProof="0" dirty="0"/>
              <a:t>1977 </a:t>
            </a:r>
            <a:r>
              <a:rPr lang="pt-BR" sz="2800" b="1" noProof="0" dirty="0" err="1"/>
              <a:t>to</a:t>
            </a:r>
            <a:r>
              <a:rPr lang="pt-BR" sz="2800" b="1" noProof="0" dirty="0"/>
              <a:t> 1985: </a:t>
            </a:r>
          </a:p>
          <a:p>
            <a:pPr algn="ctr"/>
            <a:r>
              <a:rPr lang="pt-BR" sz="2800" noProof="0" dirty="0" err="1"/>
              <a:t>development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molecular </a:t>
            </a:r>
            <a:r>
              <a:rPr lang="pt-BR" sz="2800" noProof="0" dirty="0" err="1"/>
              <a:t>biology</a:t>
            </a:r>
            <a:r>
              <a:rPr lang="pt-BR" sz="2800" noProof="0" dirty="0"/>
              <a:t> </a:t>
            </a:r>
            <a:r>
              <a:rPr lang="pt-BR" sz="2800" noProof="0" dirty="0" err="1"/>
              <a:t>methods</a:t>
            </a:r>
            <a:r>
              <a:rPr lang="pt-BR" sz="2800" noProof="0" dirty="0"/>
              <a:t> </a:t>
            </a:r>
            <a:r>
              <a:rPr lang="pt-BR" sz="2800" noProof="0" dirty="0" err="1"/>
              <a:t>such</a:t>
            </a:r>
            <a:r>
              <a:rPr lang="pt-BR" sz="2800" noProof="0" dirty="0"/>
              <a:t> as DNA </a:t>
            </a:r>
            <a:r>
              <a:rPr lang="pt-BR" sz="2800" noProof="0" dirty="0" err="1"/>
              <a:t>sequencing</a:t>
            </a:r>
            <a:r>
              <a:rPr lang="pt-BR" sz="2800" noProof="0" dirty="0"/>
              <a:t> and PCR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282DC-9F10-B547-8247-8B69A66B7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65" y="2811415"/>
            <a:ext cx="5686750" cy="4046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681A7-476B-FD4D-8CDF-8A579C570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532" y="3647257"/>
            <a:ext cx="56769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419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4EC2C-D9F6-9D41-8632-068868F88A15}"/>
              </a:ext>
            </a:extLst>
          </p:cNvPr>
          <p:cNvSpPr txBox="1"/>
          <p:nvPr/>
        </p:nvSpPr>
        <p:spPr>
          <a:xfrm>
            <a:off x="699496" y="861788"/>
            <a:ext cx="10793007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b="1" noProof="0" dirty="0"/>
              <a:t>1977 </a:t>
            </a:r>
            <a:r>
              <a:rPr lang="pt-BR" sz="2800" b="1" noProof="0" dirty="0" err="1"/>
              <a:t>to</a:t>
            </a:r>
            <a:r>
              <a:rPr lang="pt-BR" sz="2800" b="1" noProof="0" dirty="0"/>
              <a:t> 1985: </a:t>
            </a:r>
          </a:p>
          <a:p>
            <a:pPr algn="ctr"/>
            <a:r>
              <a:rPr lang="pt-BR" sz="2800" noProof="0" dirty="0" err="1"/>
              <a:t>development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molecular </a:t>
            </a:r>
            <a:r>
              <a:rPr lang="pt-BR" sz="2800" noProof="0" dirty="0" err="1"/>
              <a:t>biology</a:t>
            </a:r>
            <a:r>
              <a:rPr lang="pt-BR" sz="2800" noProof="0" dirty="0"/>
              <a:t> </a:t>
            </a:r>
            <a:r>
              <a:rPr lang="pt-BR" sz="2800" noProof="0" dirty="0" err="1"/>
              <a:t>methods</a:t>
            </a:r>
            <a:r>
              <a:rPr lang="pt-BR" sz="2800" noProof="0" dirty="0"/>
              <a:t> </a:t>
            </a:r>
            <a:r>
              <a:rPr lang="pt-BR" sz="2800" noProof="0" dirty="0" err="1"/>
              <a:t>such</a:t>
            </a:r>
            <a:r>
              <a:rPr lang="pt-BR" sz="2800" noProof="0" dirty="0"/>
              <a:t> as DNA </a:t>
            </a:r>
            <a:r>
              <a:rPr lang="pt-BR" sz="2800" noProof="0" dirty="0" err="1"/>
              <a:t>sequencing</a:t>
            </a:r>
            <a:r>
              <a:rPr lang="pt-BR" sz="2800" noProof="0" dirty="0"/>
              <a:t> and PCR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D7910-F0B9-6540-80CA-2C4C31307236}"/>
              </a:ext>
            </a:extLst>
          </p:cNvPr>
          <p:cNvSpPr txBox="1"/>
          <p:nvPr/>
        </p:nvSpPr>
        <p:spPr>
          <a:xfrm>
            <a:off x="699495" y="2546955"/>
            <a:ext cx="10793007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b="1" noProof="0" dirty="0"/>
              <a:t>~1980s: </a:t>
            </a:r>
          </a:p>
          <a:p>
            <a:pPr algn="ctr"/>
            <a:r>
              <a:rPr lang="pt-BR" sz="2800" b="1" noProof="0" dirty="0"/>
              <a:t>DNA </a:t>
            </a:r>
            <a:r>
              <a:rPr lang="pt-BR" sz="2800" b="1" noProof="0" dirty="0" err="1"/>
              <a:t>markers</a:t>
            </a:r>
            <a:r>
              <a:rPr lang="pt-BR" sz="2800" b="1" noProof="0" dirty="0"/>
              <a:t> (in </a:t>
            </a:r>
            <a:r>
              <a:rPr lang="pt-BR" sz="2800" b="1" noProof="0" dirty="0" err="1"/>
              <a:t>the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form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of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sequences</a:t>
            </a:r>
            <a:r>
              <a:rPr lang="pt-BR" sz="2800" b="1" noProof="0" dirty="0"/>
              <a:t>) start </a:t>
            </a:r>
            <a:r>
              <a:rPr lang="pt-BR" sz="2800" b="1" noProof="0" dirty="0" err="1"/>
              <a:t>to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be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used</a:t>
            </a:r>
            <a:r>
              <a:rPr lang="pt-BR" sz="2800" b="1" noProof="0" dirty="0"/>
              <a:t> for </a:t>
            </a:r>
            <a:r>
              <a:rPr lang="pt-BR" sz="2800" b="1" noProof="0" dirty="0" err="1"/>
              <a:t>phylogenetic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analysis</a:t>
            </a:r>
            <a:r>
              <a:rPr lang="pt-BR" sz="2800" b="1" noProof="0" dirty="0"/>
              <a:t> </a:t>
            </a:r>
            <a:endParaRPr lang="pt-BR" sz="2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A4F261-7AF6-8544-B655-1A1FBEC73E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62" b="9510"/>
          <a:stretch/>
        </p:blipFill>
        <p:spPr>
          <a:xfrm>
            <a:off x="1435100" y="4208962"/>
            <a:ext cx="9321800" cy="1897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3ED0EE-A466-D14D-AD98-D1A74DFE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6106443"/>
            <a:ext cx="9436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683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91754-653F-7F42-97E8-17D972C9C8B3}"/>
              </a:ext>
            </a:extLst>
          </p:cNvPr>
          <p:cNvSpPr txBox="1"/>
          <p:nvPr/>
        </p:nvSpPr>
        <p:spPr>
          <a:xfrm>
            <a:off x="643948" y="1823115"/>
            <a:ext cx="10904103" cy="3416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pt-BR" sz="3200" b="1" noProof="0" dirty="0"/>
          </a:p>
          <a:p>
            <a:pPr algn="ctr"/>
            <a:endParaRPr lang="pt-BR" sz="3200" b="1" noProof="0" dirty="0"/>
          </a:p>
          <a:p>
            <a:pPr algn="ctr"/>
            <a:r>
              <a:rPr lang="pt-BR" sz="4000" b="1" noProof="0" dirty="0" err="1"/>
              <a:t>What</a:t>
            </a:r>
            <a:r>
              <a:rPr lang="pt-BR" sz="4000" b="1" noProof="0" dirty="0"/>
              <a:t> are </a:t>
            </a:r>
            <a:r>
              <a:rPr lang="pt-BR" sz="4000" b="1" noProof="0" dirty="0" err="1"/>
              <a:t>the</a:t>
            </a:r>
            <a:r>
              <a:rPr lang="pt-BR" sz="4000" b="1" noProof="0" dirty="0"/>
              <a:t> </a:t>
            </a:r>
            <a:r>
              <a:rPr lang="pt-BR" sz="4000" b="1" noProof="0" dirty="0" err="1"/>
              <a:t>characters</a:t>
            </a:r>
            <a:r>
              <a:rPr lang="pt-BR" sz="4000" b="1" noProof="0" dirty="0"/>
              <a:t> and </a:t>
            </a:r>
            <a:r>
              <a:rPr lang="pt-BR" sz="4000" b="1" noProof="0" dirty="0" err="1"/>
              <a:t>character</a:t>
            </a:r>
            <a:r>
              <a:rPr lang="pt-BR" sz="4000" b="1" noProof="0" dirty="0"/>
              <a:t> </a:t>
            </a:r>
            <a:r>
              <a:rPr lang="pt-BR" sz="4000" b="1" noProof="0" dirty="0" err="1"/>
              <a:t>states</a:t>
            </a:r>
            <a:r>
              <a:rPr lang="pt-BR" sz="4000" b="1" noProof="0" dirty="0"/>
              <a:t> in DNA data?</a:t>
            </a:r>
          </a:p>
          <a:p>
            <a:pPr algn="ctr"/>
            <a:endParaRPr lang="pt-BR" sz="4000" b="1" noProof="0" dirty="0"/>
          </a:p>
          <a:p>
            <a:pPr algn="ctr"/>
            <a:endParaRPr lang="pt-BR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3738030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91754-653F-7F42-97E8-17D972C9C8B3}"/>
              </a:ext>
            </a:extLst>
          </p:cNvPr>
          <p:cNvSpPr txBox="1"/>
          <p:nvPr/>
        </p:nvSpPr>
        <p:spPr>
          <a:xfrm>
            <a:off x="643948" y="741893"/>
            <a:ext cx="1090410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What</a:t>
            </a:r>
            <a:r>
              <a:rPr lang="pt-BR" sz="3200" b="1" noProof="0" dirty="0"/>
              <a:t> are </a:t>
            </a:r>
            <a:r>
              <a:rPr lang="pt-BR" sz="3200" b="1" noProof="0" dirty="0" err="1"/>
              <a:t>the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 and </a:t>
            </a:r>
            <a:r>
              <a:rPr lang="pt-BR" sz="3200" b="1" noProof="0" dirty="0" err="1"/>
              <a:t>character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states</a:t>
            </a:r>
            <a:r>
              <a:rPr lang="pt-BR" sz="3200" b="1" noProof="0" dirty="0"/>
              <a:t> in DNA data?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4A60F-D476-DA43-977E-C133FF19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26" y="1528156"/>
            <a:ext cx="5329844" cy="5329844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7D18D819-6993-1C4F-ACEC-396E95F0CF3F}"/>
              </a:ext>
            </a:extLst>
          </p:cNvPr>
          <p:cNvSpPr/>
          <p:nvPr/>
        </p:nvSpPr>
        <p:spPr>
          <a:xfrm rot="20365172" flipV="1">
            <a:off x="2395510" y="3443404"/>
            <a:ext cx="1315678" cy="130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68488F3-343B-E84E-AD6C-78DCC15C82A4}"/>
              </a:ext>
            </a:extLst>
          </p:cNvPr>
          <p:cNvSpPr/>
          <p:nvPr/>
        </p:nvSpPr>
        <p:spPr>
          <a:xfrm rot="1338914" flipV="1">
            <a:off x="2428467" y="4718055"/>
            <a:ext cx="1470156" cy="1214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04E65D2-8397-5646-BFF3-4B868DF38D33}"/>
              </a:ext>
            </a:extLst>
          </p:cNvPr>
          <p:cNvSpPr/>
          <p:nvPr/>
        </p:nvSpPr>
        <p:spPr>
          <a:xfrm rot="21069450" flipV="1">
            <a:off x="2477534" y="3921826"/>
            <a:ext cx="1376410" cy="1324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AA4CFE-AA42-544A-A1ED-5148B7528F62}"/>
              </a:ext>
            </a:extLst>
          </p:cNvPr>
          <p:cNvSpPr txBox="1"/>
          <p:nvPr/>
        </p:nvSpPr>
        <p:spPr>
          <a:xfrm>
            <a:off x="198041" y="2649220"/>
            <a:ext cx="2090485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 err="1"/>
              <a:t>Nucleotide</a:t>
            </a:r>
            <a:r>
              <a:rPr lang="pt-BR" sz="2800" noProof="0" dirty="0"/>
              <a:t> </a:t>
            </a:r>
            <a:r>
              <a:rPr lang="pt-BR" sz="2800" noProof="0" dirty="0" err="1"/>
              <a:t>positions</a:t>
            </a:r>
            <a:r>
              <a:rPr lang="pt-BR" sz="2800" noProof="0" dirty="0"/>
              <a:t> in </a:t>
            </a:r>
            <a:r>
              <a:rPr lang="pt-BR" sz="2800" noProof="0" dirty="0" err="1"/>
              <a:t>the</a:t>
            </a:r>
            <a:r>
              <a:rPr lang="pt-BR" sz="2800" noProof="0" dirty="0"/>
              <a:t> DNA </a:t>
            </a:r>
            <a:r>
              <a:rPr lang="pt-BR" sz="2800" noProof="0" dirty="0" err="1"/>
              <a:t>sequence</a:t>
            </a:r>
            <a:r>
              <a:rPr lang="pt-BR" sz="2800" noProof="0" dirty="0"/>
              <a:t> are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characters</a:t>
            </a:r>
            <a:endParaRPr lang="pt-BR" sz="2800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88F9F4-4A6E-8E42-99A5-1E9503D9F760}"/>
              </a:ext>
            </a:extLst>
          </p:cNvPr>
          <p:cNvSpPr txBox="1"/>
          <p:nvPr/>
        </p:nvSpPr>
        <p:spPr>
          <a:xfrm>
            <a:off x="9416183" y="2433776"/>
            <a:ext cx="2499410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/>
              <a:t>The base (A, T, C, G) </a:t>
            </a:r>
            <a:r>
              <a:rPr lang="pt-BR" sz="2800" noProof="0" dirty="0" err="1"/>
              <a:t>that</a:t>
            </a:r>
            <a:r>
              <a:rPr lang="pt-BR" sz="2800" noProof="0" dirty="0"/>
              <a:t> </a:t>
            </a:r>
            <a:r>
              <a:rPr lang="pt-BR" sz="2800" noProof="0" dirty="0" err="1"/>
              <a:t>occupies</a:t>
            </a:r>
            <a:r>
              <a:rPr lang="pt-BR" sz="2800" noProof="0" dirty="0"/>
              <a:t> </a:t>
            </a:r>
            <a:r>
              <a:rPr lang="pt-BR" sz="2800" noProof="0" dirty="0" err="1"/>
              <a:t>that</a:t>
            </a:r>
            <a:r>
              <a:rPr lang="pt-BR" sz="2800" noProof="0" dirty="0"/>
              <a:t> </a:t>
            </a:r>
            <a:r>
              <a:rPr lang="pt-BR" sz="2800" noProof="0" dirty="0" err="1"/>
              <a:t>specific</a:t>
            </a:r>
            <a:r>
              <a:rPr lang="pt-BR" sz="2800" noProof="0" dirty="0"/>
              <a:t> position </a:t>
            </a:r>
            <a:r>
              <a:rPr lang="pt-BR" sz="2800" noProof="0" dirty="0" err="1"/>
              <a:t>will</a:t>
            </a:r>
            <a:r>
              <a:rPr lang="pt-BR" sz="2800" noProof="0" dirty="0"/>
              <a:t> </a:t>
            </a:r>
            <a:r>
              <a:rPr lang="pt-BR" sz="2800" noProof="0" dirty="0" err="1"/>
              <a:t>be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state</a:t>
            </a: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7143179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91754-653F-7F42-97E8-17D972C9C8B3}"/>
              </a:ext>
            </a:extLst>
          </p:cNvPr>
          <p:cNvSpPr txBox="1"/>
          <p:nvPr/>
        </p:nvSpPr>
        <p:spPr>
          <a:xfrm>
            <a:off x="643948" y="741893"/>
            <a:ext cx="1090410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How</a:t>
            </a:r>
            <a:r>
              <a:rPr lang="pt-BR" sz="3200" b="1" noProof="0" dirty="0"/>
              <a:t> do </a:t>
            </a:r>
            <a:r>
              <a:rPr lang="pt-BR" sz="3200" b="1" noProof="0" dirty="0" err="1"/>
              <a:t>we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guarantee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homology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between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F27D8-A9F2-104F-9FAB-2CEEE5306A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71"/>
          <a:stretch/>
        </p:blipFill>
        <p:spPr>
          <a:xfrm>
            <a:off x="5841736" y="1326668"/>
            <a:ext cx="6350264" cy="552194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0F4A89-AEF6-464C-A092-5DE42DD0280A}"/>
              </a:ext>
            </a:extLst>
          </p:cNvPr>
          <p:cNvSpPr/>
          <p:nvPr/>
        </p:nvSpPr>
        <p:spPr>
          <a:xfrm>
            <a:off x="7684168" y="1836822"/>
            <a:ext cx="457200" cy="425116"/>
          </a:xfrm>
          <a:prstGeom prst="ellipse">
            <a:avLst/>
          </a:prstGeom>
          <a:noFill/>
          <a:ln w="476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66EC7-A526-9E4A-8072-A72F7A063D70}"/>
              </a:ext>
            </a:extLst>
          </p:cNvPr>
          <p:cNvSpPr txBox="1"/>
          <p:nvPr/>
        </p:nvSpPr>
        <p:spPr>
          <a:xfrm>
            <a:off x="643948" y="1672826"/>
            <a:ext cx="4404956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 err="1"/>
              <a:t>We</a:t>
            </a:r>
            <a:r>
              <a:rPr lang="pt-BR" sz="2800" noProof="0" dirty="0"/>
              <a:t> make </a:t>
            </a:r>
            <a:r>
              <a:rPr lang="pt-BR" sz="2800" noProof="0" dirty="0" err="1"/>
              <a:t>sure</a:t>
            </a:r>
            <a:r>
              <a:rPr lang="pt-BR" sz="2800" noProof="0" dirty="0"/>
              <a:t> </a:t>
            </a:r>
            <a:r>
              <a:rPr lang="pt-BR" sz="2800" noProof="0" dirty="0" err="1"/>
              <a:t>we</a:t>
            </a:r>
            <a:r>
              <a:rPr lang="pt-BR" sz="2800" noProof="0" dirty="0"/>
              <a:t> are </a:t>
            </a:r>
            <a:r>
              <a:rPr lang="pt-BR" sz="2800" noProof="0" dirty="0" err="1"/>
              <a:t>comparing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same</a:t>
            </a:r>
            <a:r>
              <a:rPr lang="pt-BR" sz="2800" noProof="0" dirty="0"/>
              <a:t> DNA </a:t>
            </a:r>
            <a:r>
              <a:rPr lang="pt-BR" sz="2800" noProof="0" dirty="0" err="1"/>
              <a:t>region</a:t>
            </a:r>
            <a:r>
              <a:rPr lang="pt-BR" sz="2800" noProof="0" dirty="0"/>
              <a:t> </a:t>
            </a:r>
            <a:r>
              <a:rPr lang="pt-BR" sz="2800" noProof="0" dirty="0" err="1"/>
              <a:t>among</a:t>
            </a:r>
            <a:r>
              <a:rPr lang="pt-BR" sz="2800" noProof="0" dirty="0"/>
              <a:t> </a:t>
            </a:r>
            <a:r>
              <a:rPr lang="pt-BR" sz="2800" noProof="0" dirty="0" err="1"/>
              <a:t>different</a:t>
            </a:r>
            <a:r>
              <a:rPr lang="pt-BR" sz="2800" noProof="0" dirty="0"/>
              <a:t> taxa</a:t>
            </a:r>
          </a:p>
          <a:p>
            <a:endParaRPr lang="pt-BR" sz="2800" noProof="0" dirty="0"/>
          </a:p>
          <a:p>
            <a:r>
              <a:rPr lang="pt-BR" sz="2800" noProof="0" dirty="0"/>
              <a:t>E.g.: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same</a:t>
            </a:r>
            <a:r>
              <a:rPr lang="pt-BR" sz="2800" noProof="0" dirty="0"/>
              <a:t> gene,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same</a:t>
            </a:r>
            <a:r>
              <a:rPr lang="pt-BR" sz="2800" noProof="0" dirty="0"/>
              <a:t> </a:t>
            </a:r>
            <a:r>
              <a:rPr lang="pt-BR" sz="2800" noProof="0" dirty="0" err="1"/>
              <a:t>intergenic</a:t>
            </a:r>
            <a:r>
              <a:rPr lang="pt-BR" sz="2800" noProof="0" dirty="0"/>
              <a:t> </a:t>
            </a:r>
            <a:r>
              <a:rPr lang="pt-BR" sz="2800" noProof="0" dirty="0" err="1"/>
              <a:t>region</a:t>
            </a:r>
            <a:r>
              <a:rPr lang="pt-BR" sz="2800" noProof="0" dirty="0"/>
              <a:t>, </a:t>
            </a:r>
            <a:r>
              <a:rPr lang="pt-BR" sz="2800" noProof="0" dirty="0" err="1"/>
              <a:t>etc</a:t>
            </a:r>
            <a:r>
              <a:rPr lang="pt-BR" sz="2800" noProof="0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15A752-78A3-2043-966F-BB59FC4E0CDD}"/>
              </a:ext>
            </a:extLst>
          </p:cNvPr>
          <p:cNvCxnSpPr>
            <a:cxnSpLocks/>
          </p:cNvCxnSpPr>
          <p:nvPr/>
        </p:nvCxnSpPr>
        <p:spPr>
          <a:xfrm flipH="1">
            <a:off x="5048904" y="2226400"/>
            <a:ext cx="2734915" cy="263423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926703-E8C2-C545-9745-2DFFDCDE0A9D}"/>
              </a:ext>
            </a:extLst>
          </p:cNvPr>
          <p:cNvSpPr txBox="1"/>
          <p:nvPr/>
        </p:nvSpPr>
        <p:spPr>
          <a:xfrm>
            <a:off x="2986983" y="5021704"/>
            <a:ext cx="3109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rbcL</a:t>
            </a:r>
            <a:r>
              <a:rPr lang="pt-BR" noProof="0" dirty="0"/>
              <a:t> </a:t>
            </a:r>
            <a:r>
              <a:rPr lang="pt-BR" noProof="0" dirty="0" err="1"/>
              <a:t>is</a:t>
            </a:r>
            <a:r>
              <a:rPr lang="pt-BR" noProof="0" dirty="0"/>
              <a:t> a </a:t>
            </a:r>
            <a:r>
              <a:rPr lang="pt-BR" noProof="0" dirty="0" err="1"/>
              <a:t>chloroplast</a:t>
            </a:r>
            <a:r>
              <a:rPr lang="pt-BR" noProof="0" dirty="0"/>
              <a:t> gene </a:t>
            </a:r>
            <a:r>
              <a:rPr lang="pt-BR" noProof="0" dirty="0" err="1"/>
              <a:t>that</a:t>
            </a:r>
            <a:r>
              <a:rPr lang="pt-BR" noProof="0" dirty="0"/>
              <a:t> encodes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large</a:t>
            </a:r>
            <a:r>
              <a:rPr lang="pt-BR" noProof="0" dirty="0"/>
              <a:t> </a:t>
            </a:r>
            <a:r>
              <a:rPr lang="pt-BR" noProof="0" dirty="0" err="1"/>
              <a:t>subunit</a:t>
            </a:r>
            <a:r>
              <a:rPr lang="pt-BR" noProof="0" dirty="0"/>
              <a:t> </a:t>
            </a:r>
            <a:r>
              <a:rPr lang="pt-BR" noProof="0" dirty="0" err="1"/>
              <a:t>of</a:t>
            </a:r>
            <a:r>
              <a:rPr lang="pt-BR" noProof="0" dirty="0"/>
              <a:t>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enzyme</a:t>
            </a:r>
            <a:r>
              <a:rPr lang="pt-BR" noProof="0" dirty="0"/>
              <a:t> </a:t>
            </a:r>
            <a:r>
              <a:rPr lang="pt-BR" noProof="0" dirty="0" err="1"/>
              <a:t>Rubisco</a:t>
            </a:r>
            <a:r>
              <a:rPr lang="pt-BR" noProof="0" dirty="0"/>
              <a:t>. It </a:t>
            </a:r>
            <a:r>
              <a:rPr lang="pt-BR" noProof="0" dirty="0" err="1"/>
              <a:t>has</a:t>
            </a:r>
            <a:r>
              <a:rPr lang="pt-BR" noProof="0" dirty="0"/>
              <a:t> </a:t>
            </a:r>
            <a:r>
              <a:rPr lang="pt-BR" noProof="0" dirty="0" err="1"/>
              <a:t>been</a:t>
            </a:r>
            <a:r>
              <a:rPr lang="pt-BR" noProof="0" dirty="0"/>
              <a:t> </a:t>
            </a:r>
            <a:r>
              <a:rPr lang="pt-BR" noProof="0" dirty="0" err="1"/>
              <a:t>widely</a:t>
            </a:r>
            <a:r>
              <a:rPr lang="pt-BR" noProof="0" dirty="0"/>
              <a:t> </a:t>
            </a:r>
            <a:r>
              <a:rPr lang="pt-BR" noProof="0" dirty="0" err="1"/>
              <a:t>used</a:t>
            </a:r>
            <a:r>
              <a:rPr lang="pt-BR" noProof="0" dirty="0"/>
              <a:t> for </a:t>
            </a:r>
            <a:r>
              <a:rPr lang="pt-BR" noProof="0" dirty="0" err="1"/>
              <a:t>phylogenies</a:t>
            </a:r>
            <a:endParaRPr lang="pt-BR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68026-842E-E94E-8A35-7BB5A472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" y="5117085"/>
            <a:ext cx="2846415" cy="12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14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91754-653F-7F42-97E8-17D972C9C8B3}"/>
              </a:ext>
            </a:extLst>
          </p:cNvPr>
          <p:cNvSpPr txBox="1"/>
          <p:nvPr/>
        </p:nvSpPr>
        <p:spPr>
          <a:xfrm>
            <a:off x="643948" y="908047"/>
            <a:ext cx="1090410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How</a:t>
            </a:r>
            <a:r>
              <a:rPr lang="pt-BR" sz="3200" b="1" noProof="0" dirty="0"/>
              <a:t> do </a:t>
            </a:r>
            <a:r>
              <a:rPr lang="pt-BR" sz="3200" b="1" noProof="0" dirty="0" err="1"/>
              <a:t>we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guarantee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homology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between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66EC7-A526-9E4A-8072-A72F7A063D70}"/>
              </a:ext>
            </a:extLst>
          </p:cNvPr>
          <p:cNvSpPr txBox="1"/>
          <p:nvPr/>
        </p:nvSpPr>
        <p:spPr>
          <a:xfrm>
            <a:off x="215535" y="1983749"/>
            <a:ext cx="4404956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 err="1"/>
              <a:t>Besides</a:t>
            </a:r>
            <a:r>
              <a:rPr lang="pt-BR" sz="2800" noProof="0" dirty="0"/>
              <a:t>, </a:t>
            </a:r>
            <a:r>
              <a:rPr lang="pt-BR" sz="2800" noProof="0" dirty="0" err="1"/>
              <a:t>we</a:t>
            </a:r>
            <a:r>
              <a:rPr lang="pt-BR" sz="2800" noProof="0" dirty="0"/>
              <a:t> </a:t>
            </a:r>
            <a:r>
              <a:rPr lang="pt-BR" sz="2800" noProof="0" dirty="0" err="1"/>
              <a:t>need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ensure</a:t>
            </a:r>
            <a:r>
              <a:rPr lang="pt-BR" sz="2800" noProof="0" dirty="0"/>
              <a:t> </a:t>
            </a:r>
            <a:r>
              <a:rPr lang="pt-BR" sz="2800" noProof="0" dirty="0" err="1"/>
              <a:t>we</a:t>
            </a:r>
            <a:r>
              <a:rPr lang="pt-BR" sz="2800" noProof="0" dirty="0"/>
              <a:t> are </a:t>
            </a:r>
            <a:r>
              <a:rPr lang="pt-BR" sz="2800" noProof="0" dirty="0" err="1"/>
              <a:t>comparing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b="1" noProof="0" dirty="0" err="1"/>
              <a:t>same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nucleotide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positions</a:t>
            </a:r>
            <a:r>
              <a:rPr lang="pt-BR" sz="2800" b="1" noProof="0" dirty="0"/>
              <a:t> </a:t>
            </a:r>
            <a:r>
              <a:rPr lang="pt-BR" sz="2800" noProof="0" dirty="0"/>
              <a:t>in </a:t>
            </a:r>
            <a:r>
              <a:rPr lang="pt-BR" sz="2800" noProof="0" dirty="0" err="1"/>
              <a:t>each</a:t>
            </a:r>
            <a:r>
              <a:rPr lang="pt-BR" sz="2800" noProof="0" dirty="0"/>
              <a:t> </a:t>
            </a:r>
            <a:r>
              <a:rPr lang="pt-BR" sz="2800" noProof="0" dirty="0" err="1"/>
              <a:t>taxon</a:t>
            </a:r>
            <a:endParaRPr lang="pt-BR" sz="2800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6DE71B-2AC2-0641-99B6-74B611D5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479" y="2891689"/>
            <a:ext cx="7387525" cy="2586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96795E-C0A9-C74C-9CD8-FB7EB6272E93}"/>
              </a:ext>
            </a:extLst>
          </p:cNvPr>
          <p:cNvSpPr txBox="1"/>
          <p:nvPr/>
        </p:nvSpPr>
        <p:spPr>
          <a:xfrm>
            <a:off x="215535" y="4026456"/>
            <a:ext cx="4404956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 err="1"/>
              <a:t>To</a:t>
            </a:r>
            <a:r>
              <a:rPr lang="pt-BR" sz="2800" noProof="0" dirty="0"/>
              <a:t> do </a:t>
            </a:r>
            <a:r>
              <a:rPr lang="pt-BR" sz="2800" noProof="0" dirty="0" err="1"/>
              <a:t>that</a:t>
            </a:r>
            <a:r>
              <a:rPr lang="pt-BR" sz="2800" noProof="0" dirty="0"/>
              <a:t>, </a:t>
            </a:r>
            <a:r>
              <a:rPr lang="pt-BR" sz="2800" noProof="0" dirty="0" err="1"/>
              <a:t>we</a:t>
            </a:r>
            <a:r>
              <a:rPr lang="pt-BR" sz="2800" noProof="0" dirty="0"/>
              <a:t> </a:t>
            </a:r>
            <a:r>
              <a:rPr lang="pt-BR" sz="2800" b="1" noProof="0" dirty="0" err="1"/>
              <a:t>align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sequences</a:t>
            </a:r>
            <a:r>
              <a:rPr lang="pt-BR" sz="2800" noProof="0" dirty="0"/>
              <a:t>: </a:t>
            </a:r>
            <a:r>
              <a:rPr lang="pt-BR" sz="2800" noProof="0" dirty="0" err="1"/>
              <a:t>stack</a:t>
            </a:r>
            <a:r>
              <a:rPr lang="pt-BR" sz="2800" noProof="0" dirty="0"/>
              <a:t> </a:t>
            </a:r>
            <a:r>
              <a:rPr lang="pt-BR" sz="2800" noProof="0" dirty="0" err="1"/>
              <a:t>them</a:t>
            </a:r>
            <a:r>
              <a:rPr lang="pt-BR" sz="2800" noProof="0" dirty="0"/>
              <a:t> </a:t>
            </a:r>
            <a:r>
              <a:rPr lang="pt-BR" sz="2800" noProof="0" dirty="0" err="1"/>
              <a:t>based</a:t>
            </a:r>
            <a:r>
              <a:rPr lang="pt-BR" sz="2800" noProof="0" dirty="0"/>
              <a:t> </a:t>
            </a:r>
            <a:r>
              <a:rPr lang="pt-BR" sz="2800" noProof="0" dirty="0" err="1"/>
              <a:t>on</a:t>
            </a:r>
            <a:r>
              <a:rPr lang="pt-BR" sz="2800" noProof="0" dirty="0"/>
              <a:t> </a:t>
            </a:r>
            <a:r>
              <a:rPr lang="pt-BR" sz="2800" noProof="0" dirty="0" err="1"/>
              <a:t>their</a:t>
            </a:r>
            <a:r>
              <a:rPr lang="pt-BR" sz="2800" noProof="0" dirty="0"/>
              <a:t> overall </a:t>
            </a:r>
            <a:r>
              <a:rPr lang="pt-BR" sz="2800" noProof="0" dirty="0" err="1"/>
              <a:t>similarity</a:t>
            </a:r>
            <a:r>
              <a:rPr lang="pt-BR" sz="2800" noProof="0" dirty="0"/>
              <a:t> </a:t>
            </a:r>
            <a:r>
              <a:rPr lang="pt-BR" sz="2800" noProof="0" dirty="0" err="1"/>
              <a:t>or</a:t>
            </a:r>
            <a:r>
              <a:rPr lang="pt-BR" sz="2800" noProof="0" dirty="0"/>
              <a:t> </a:t>
            </a:r>
            <a:r>
              <a:rPr lang="pt-BR" sz="2800" noProof="0" dirty="0" err="1"/>
              <a:t>using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position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specific</a:t>
            </a:r>
            <a:r>
              <a:rPr lang="pt-BR" sz="2800" noProof="0" dirty="0"/>
              <a:t> </a:t>
            </a:r>
            <a:r>
              <a:rPr lang="pt-BR" sz="2800" noProof="0" dirty="0" err="1"/>
              <a:t>codons</a:t>
            </a:r>
            <a:r>
              <a:rPr lang="pt-BR" sz="2800" noProof="0" dirty="0"/>
              <a:t>, for </a:t>
            </a:r>
            <a:r>
              <a:rPr lang="pt-BR" sz="2800" noProof="0" dirty="0" err="1"/>
              <a:t>example</a:t>
            </a:r>
            <a:r>
              <a:rPr lang="pt-BR" sz="28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97624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420A4-540A-1C4E-9986-ADB24C5C4024}"/>
              </a:ext>
            </a:extLst>
          </p:cNvPr>
          <p:cNvSpPr txBox="1"/>
          <p:nvPr/>
        </p:nvSpPr>
        <p:spPr>
          <a:xfrm>
            <a:off x="242021" y="841223"/>
            <a:ext cx="11753667" cy="1077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How</a:t>
            </a:r>
            <a:r>
              <a:rPr lang="pt-BR" sz="3200" b="1" noProof="0" dirty="0"/>
              <a:t> do </a:t>
            </a:r>
            <a:r>
              <a:rPr lang="pt-BR" sz="3200" b="1" noProof="0" dirty="0" err="1"/>
              <a:t>character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state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transitions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happen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with</a:t>
            </a:r>
            <a:r>
              <a:rPr lang="pt-BR" sz="3200" b="1" noProof="0" dirty="0"/>
              <a:t> molecular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0996E6-F36F-AF45-A1B4-00CC16EC1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031" y="2643716"/>
            <a:ext cx="7387525" cy="2586479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0CB1682-230E-0544-ADED-3FE48F8BB23C}"/>
              </a:ext>
            </a:extLst>
          </p:cNvPr>
          <p:cNvSpPr/>
          <p:nvPr/>
        </p:nvSpPr>
        <p:spPr>
          <a:xfrm>
            <a:off x="2991173" y="3314700"/>
            <a:ext cx="3104827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98BCA8E7-C54E-034D-894E-9A9C96780627}"/>
              </a:ext>
            </a:extLst>
          </p:cNvPr>
          <p:cNvSpPr/>
          <p:nvPr/>
        </p:nvSpPr>
        <p:spPr>
          <a:xfrm>
            <a:off x="2991172" y="3869150"/>
            <a:ext cx="3104827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C0CBF07C-23C1-CE42-9D4E-25505FBD1D2F}"/>
              </a:ext>
            </a:extLst>
          </p:cNvPr>
          <p:cNvSpPr/>
          <p:nvPr/>
        </p:nvSpPr>
        <p:spPr>
          <a:xfrm>
            <a:off x="3014027" y="4179606"/>
            <a:ext cx="3104827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33759-6965-7443-9547-A1A4EC26EFD4}"/>
              </a:ext>
            </a:extLst>
          </p:cNvPr>
          <p:cNvSpPr txBox="1"/>
          <p:nvPr/>
        </p:nvSpPr>
        <p:spPr>
          <a:xfrm>
            <a:off x="511444" y="3176652"/>
            <a:ext cx="23356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noProof="0" dirty="0" err="1"/>
              <a:t>What</a:t>
            </a:r>
            <a:r>
              <a:rPr lang="pt-BR" sz="2800" noProof="0" dirty="0"/>
              <a:t> </a:t>
            </a:r>
            <a:r>
              <a:rPr lang="pt-BR" sz="2800" noProof="0" dirty="0" err="1"/>
              <a:t>happened</a:t>
            </a:r>
            <a:r>
              <a:rPr lang="pt-BR" sz="2800" noProof="0" dirty="0"/>
              <a:t> </a:t>
            </a:r>
            <a:r>
              <a:rPr lang="pt-BR" sz="2800" noProof="0" dirty="0" err="1"/>
              <a:t>here</a:t>
            </a:r>
            <a:r>
              <a:rPr lang="pt-BR" sz="2800" noProof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99529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420A4-540A-1C4E-9986-ADB24C5C4024}"/>
              </a:ext>
            </a:extLst>
          </p:cNvPr>
          <p:cNvSpPr txBox="1"/>
          <p:nvPr/>
        </p:nvSpPr>
        <p:spPr>
          <a:xfrm>
            <a:off x="397004" y="2644170"/>
            <a:ext cx="4741050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How</a:t>
            </a:r>
            <a:r>
              <a:rPr lang="pt-BR" sz="3200" b="1" noProof="0" dirty="0"/>
              <a:t> do </a:t>
            </a:r>
            <a:r>
              <a:rPr lang="pt-BR" sz="3200" b="1" noProof="0" dirty="0" err="1"/>
              <a:t>character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state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transitions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happen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with</a:t>
            </a:r>
            <a:r>
              <a:rPr lang="pt-BR" sz="3200" b="1" noProof="0" dirty="0"/>
              <a:t> molecular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2C1C0E-654B-4A4C-920B-E03B1E0D266C}"/>
              </a:ext>
            </a:extLst>
          </p:cNvPr>
          <p:cNvGrpSpPr/>
          <p:nvPr/>
        </p:nvGrpSpPr>
        <p:grpSpPr>
          <a:xfrm>
            <a:off x="5589358" y="732836"/>
            <a:ext cx="6361687" cy="5886957"/>
            <a:chOff x="5589358" y="732836"/>
            <a:chExt cx="6361687" cy="588695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CC5C446-FD5C-814A-813A-D0445A1D7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1383" y="732836"/>
              <a:ext cx="6153613" cy="588695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AEFEFD-EC8B-FA47-84C0-412DB29E8A84}"/>
                </a:ext>
              </a:extLst>
            </p:cNvPr>
            <p:cNvSpPr/>
            <p:nvPr/>
          </p:nvSpPr>
          <p:spPr>
            <a:xfrm>
              <a:off x="7191214" y="1968285"/>
              <a:ext cx="2929179" cy="34096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04854A-2822-6844-95A3-8A0B158899DF}"/>
                </a:ext>
              </a:extLst>
            </p:cNvPr>
            <p:cNvSpPr/>
            <p:nvPr/>
          </p:nvSpPr>
          <p:spPr>
            <a:xfrm>
              <a:off x="5589358" y="2657960"/>
              <a:ext cx="2929179" cy="18055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20FB79-17C8-0145-82C2-4ED96FFC56E0}"/>
                </a:ext>
              </a:extLst>
            </p:cNvPr>
            <p:cNvSpPr/>
            <p:nvPr/>
          </p:nvSpPr>
          <p:spPr>
            <a:xfrm>
              <a:off x="9021866" y="2657960"/>
              <a:ext cx="2929179" cy="18055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D825808-009E-604F-9FD4-887C594624D4}"/>
              </a:ext>
            </a:extLst>
          </p:cNvPr>
          <p:cNvSpPr txBox="1"/>
          <p:nvPr/>
        </p:nvSpPr>
        <p:spPr>
          <a:xfrm>
            <a:off x="7811875" y="3134489"/>
            <a:ext cx="2308518" cy="107721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noProof="0" dirty="0" err="1"/>
              <a:t>Nitrogenous</a:t>
            </a:r>
            <a:r>
              <a:rPr lang="pt-BR" sz="3200" noProof="0" dirty="0"/>
              <a:t> bases</a:t>
            </a:r>
          </a:p>
        </p:txBody>
      </p:sp>
    </p:spTree>
    <p:extLst>
      <p:ext uri="{BB962C8B-B14F-4D97-AF65-F5344CB8AC3E}">
        <p14:creationId xmlns:p14="http://schemas.microsoft.com/office/powerpoint/2010/main" val="448671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420A4-540A-1C4E-9986-ADB24C5C4024}"/>
              </a:ext>
            </a:extLst>
          </p:cNvPr>
          <p:cNvSpPr txBox="1"/>
          <p:nvPr/>
        </p:nvSpPr>
        <p:spPr>
          <a:xfrm>
            <a:off x="397004" y="1683275"/>
            <a:ext cx="4741050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How</a:t>
            </a:r>
            <a:r>
              <a:rPr lang="pt-BR" sz="3200" b="1" noProof="0" dirty="0"/>
              <a:t> do </a:t>
            </a:r>
            <a:r>
              <a:rPr lang="pt-BR" sz="3200" b="1" noProof="0" dirty="0" err="1"/>
              <a:t>character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state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transitions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happen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with</a:t>
            </a:r>
            <a:r>
              <a:rPr lang="pt-BR" sz="3200" b="1" noProof="0" dirty="0"/>
              <a:t> molecular </a:t>
            </a:r>
            <a:r>
              <a:rPr lang="pt-BR" sz="3200" b="1" noProof="0" dirty="0" err="1"/>
              <a:t>characters</a:t>
            </a:r>
            <a:r>
              <a:rPr lang="pt-BR" sz="3200" b="1" noProof="0" dirty="0"/>
              <a:t>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C5C446-FD5C-814A-813A-D0445A1D7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383" y="732836"/>
            <a:ext cx="6153613" cy="58869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74BBAA-F415-204A-BA8D-CE4F76F07988}"/>
              </a:ext>
            </a:extLst>
          </p:cNvPr>
          <p:cNvSpPr txBox="1"/>
          <p:nvPr/>
        </p:nvSpPr>
        <p:spPr>
          <a:xfrm>
            <a:off x="397004" y="4155035"/>
            <a:ext cx="4741050" cy="9541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noProof="0" dirty="0" err="1"/>
              <a:t>Transitions</a:t>
            </a:r>
            <a:r>
              <a:rPr lang="pt-BR" sz="2800" noProof="0" dirty="0"/>
              <a:t> are more common </a:t>
            </a:r>
            <a:r>
              <a:rPr lang="pt-BR" sz="2800" noProof="0" dirty="0" err="1"/>
              <a:t>than</a:t>
            </a:r>
            <a:r>
              <a:rPr lang="pt-BR" sz="2800" noProof="0" dirty="0"/>
              <a:t> </a:t>
            </a:r>
            <a:r>
              <a:rPr lang="pt-BR" sz="2800" noProof="0" dirty="0" err="1"/>
              <a:t>transversions</a:t>
            </a:r>
            <a:r>
              <a:rPr lang="pt-BR" sz="28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0723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/>
              <a:t>Molecular </a:t>
            </a:r>
            <a:r>
              <a:rPr lang="pt-BR" sz="3200" b="1" noProof="0" dirty="0" err="1"/>
              <a:t>characters</a:t>
            </a:r>
            <a:endParaRPr lang="pt-BR" sz="3200" b="1" noProof="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C5C446-FD5C-814A-813A-D0445A1D7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383" y="732836"/>
            <a:ext cx="6153613" cy="58869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74BBAA-F415-204A-BA8D-CE4F76F07988}"/>
              </a:ext>
            </a:extLst>
          </p:cNvPr>
          <p:cNvSpPr txBox="1"/>
          <p:nvPr/>
        </p:nvSpPr>
        <p:spPr>
          <a:xfrm>
            <a:off x="397004" y="1216105"/>
            <a:ext cx="4741050" cy="9541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noProof="0" dirty="0" err="1"/>
              <a:t>Transitions</a:t>
            </a:r>
            <a:r>
              <a:rPr lang="pt-BR" sz="2800" noProof="0" dirty="0"/>
              <a:t> are more common </a:t>
            </a:r>
            <a:r>
              <a:rPr lang="pt-BR" sz="2800" noProof="0" dirty="0" err="1"/>
              <a:t>than</a:t>
            </a:r>
            <a:r>
              <a:rPr lang="pt-BR" sz="2800" noProof="0" dirty="0"/>
              <a:t> </a:t>
            </a:r>
            <a:r>
              <a:rPr lang="pt-BR" sz="2800" noProof="0" dirty="0" err="1"/>
              <a:t>transversions</a:t>
            </a:r>
            <a:r>
              <a:rPr lang="pt-BR" sz="28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5DD1E-F591-C042-BBA0-15BFF11F769D}"/>
              </a:ext>
            </a:extLst>
          </p:cNvPr>
          <p:cNvSpPr txBox="1"/>
          <p:nvPr/>
        </p:nvSpPr>
        <p:spPr>
          <a:xfrm>
            <a:off x="8470216" y="1646992"/>
            <a:ext cx="495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>
                <a:solidFill>
                  <a:srgbClr val="0432FF"/>
                </a:solidFill>
              </a:rPr>
              <a:t>μ</a:t>
            </a:r>
            <a:endParaRPr lang="pt-BR" b="1" noProof="0" dirty="0">
              <a:solidFill>
                <a:srgbClr val="0432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0AEDD-9889-5044-88EA-16D9AD47C505}"/>
              </a:ext>
            </a:extLst>
          </p:cNvPr>
          <p:cNvSpPr txBox="1"/>
          <p:nvPr/>
        </p:nvSpPr>
        <p:spPr>
          <a:xfrm>
            <a:off x="8470216" y="5069534"/>
            <a:ext cx="495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>
                <a:solidFill>
                  <a:srgbClr val="0432FF"/>
                </a:solidFill>
              </a:rPr>
              <a:t>μ</a:t>
            </a:r>
            <a:endParaRPr lang="pt-BR" b="1" noProof="0" dirty="0">
              <a:solidFill>
                <a:srgbClr val="0432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0B5A9-A378-744E-83A8-A64490E5A6ED}"/>
              </a:ext>
            </a:extLst>
          </p:cNvPr>
          <p:cNvSpPr txBox="1"/>
          <p:nvPr/>
        </p:nvSpPr>
        <p:spPr>
          <a:xfrm>
            <a:off x="6096000" y="3705176"/>
            <a:ext cx="909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>
                <a:solidFill>
                  <a:srgbClr val="FF0000"/>
                </a:solidFill>
              </a:rPr>
              <a:t>μ/2</a:t>
            </a:r>
            <a:endParaRPr lang="pt-BR" b="1" noProof="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C6658-CCFA-2C4F-A10B-192F65848171}"/>
              </a:ext>
            </a:extLst>
          </p:cNvPr>
          <p:cNvSpPr txBox="1"/>
          <p:nvPr/>
        </p:nvSpPr>
        <p:spPr>
          <a:xfrm>
            <a:off x="10556929" y="3705176"/>
            <a:ext cx="909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noProof="0" dirty="0">
                <a:solidFill>
                  <a:srgbClr val="FF0000"/>
                </a:solidFill>
              </a:rPr>
              <a:t>μ/2</a:t>
            </a:r>
            <a:endParaRPr lang="pt-BR" b="1" noProof="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4F3EF-F5CC-0740-9FCA-0A8F617CF22E}"/>
              </a:ext>
            </a:extLst>
          </p:cNvPr>
          <p:cNvSpPr txBox="1"/>
          <p:nvPr/>
        </p:nvSpPr>
        <p:spPr>
          <a:xfrm>
            <a:off x="397004" y="2951946"/>
            <a:ext cx="4741050" cy="13849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noProof="0" dirty="0" err="1"/>
              <a:t>Mutation</a:t>
            </a:r>
            <a:r>
              <a:rPr lang="pt-BR" sz="2800" noProof="0" dirty="0"/>
              <a:t> rates (μ) </a:t>
            </a:r>
            <a:r>
              <a:rPr lang="pt-BR" sz="2800" noProof="0" dirty="0" err="1"/>
              <a:t>can</a:t>
            </a:r>
            <a:r>
              <a:rPr lang="pt-BR" sz="2800" noProof="0" dirty="0"/>
              <a:t> </a:t>
            </a:r>
            <a:r>
              <a:rPr lang="pt-BR" sz="2800" noProof="0" dirty="0" err="1"/>
              <a:t>be</a:t>
            </a:r>
            <a:r>
              <a:rPr lang="pt-BR" sz="2800" noProof="0" dirty="0"/>
              <a:t> </a:t>
            </a:r>
            <a:r>
              <a:rPr lang="pt-BR" sz="2800" noProof="0" dirty="0" err="1"/>
              <a:t>different</a:t>
            </a:r>
            <a:r>
              <a:rPr lang="pt-BR" sz="2800" noProof="0" dirty="0"/>
              <a:t> </a:t>
            </a:r>
            <a:r>
              <a:rPr lang="pt-BR" sz="2800" noProof="0" dirty="0" err="1"/>
              <a:t>between</a:t>
            </a:r>
            <a:r>
              <a:rPr lang="pt-BR" sz="2800" noProof="0" dirty="0"/>
              <a:t> </a:t>
            </a:r>
            <a:r>
              <a:rPr lang="pt-BR" sz="2800" noProof="0" dirty="0" err="1"/>
              <a:t>different</a:t>
            </a:r>
            <a:r>
              <a:rPr lang="pt-BR" sz="2800" noProof="0" dirty="0"/>
              <a:t> </a:t>
            </a:r>
            <a:r>
              <a:rPr lang="pt-BR" sz="2800" noProof="0" dirty="0" err="1"/>
              <a:t>types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</a:t>
            </a:r>
            <a:r>
              <a:rPr lang="pt-BR" sz="2800" noProof="0" dirty="0"/>
              <a:t> </a:t>
            </a:r>
            <a:r>
              <a:rPr lang="pt-BR" sz="2800" noProof="0" dirty="0" err="1"/>
              <a:t>change</a:t>
            </a:r>
            <a:endParaRPr lang="pt-BR" sz="2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40972-0753-DF47-84E9-E60C1C09FD04}"/>
              </a:ext>
            </a:extLst>
          </p:cNvPr>
          <p:cNvSpPr txBox="1"/>
          <p:nvPr/>
        </p:nvSpPr>
        <p:spPr>
          <a:xfrm>
            <a:off x="397004" y="5069534"/>
            <a:ext cx="4741050" cy="9541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noProof="0" dirty="0" err="1"/>
              <a:t>Increased</a:t>
            </a:r>
            <a:r>
              <a:rPr lang="pt-BR" sz="2800" noProof="0" dirty="0"/>
              <a:t> </a:t>
            </a:r>
            <a:r>
              <a:rPr lang="pt-BR" sz="2800" noProof="0" dirty="0" err="1"/>
              <a:t>complexity</a:t>
            </a:r>
            <a:r>
              <a:rPr lang="pt-BR" sz="2800" noProof="0" dirty="0"/>
              <a:t> for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analysis</a:t>
            </a: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39396907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C63DB9-B9B5-AF48-8CCB-5186C491E98F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B392C-AAA2-BC48-AFEE-BC1271489664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381796-73C8-2848-BF33-A34498CF2CD4}"/>
              </a:ext>
            </a:extLst>
          </p:cNvPr>
          <p:cNvGrpSpPr/>
          <p:nvPr/>
        </p:nvGrpSpPr>
        <p:grpSpPr>
          <a:xfrm>
            <a:off x="6726264" y="1045623"/>
            <a:ext cx="5347701" cy="5403688"/>
            <a:chOff x="5641383" y="732836"/>
            <a:chExt cx="6153613" cy="588695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CC5C446-FD5C-814A-813A-D0445A1D7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1383" y="732836"/>
              <a:ext cx="6153613" cy="588695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75DD1E-F591-C042-BBA0-15BFF11F769D}"/>
                </a:ext>
              </a:extLst>
            </p:cNvPr>
            <p:cNvSpPr txBox="1"/>
            <p:nvPr/>
          </p:nvSpPr>
          <p:spPr>
            <a:xfrm>
              <a:off x="8470216" y="1646992"/>
              <a:ext cx="4959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noProof="0" dirty="0">
                  <a:solidFill>
                    <a:srgbClr val="0432FF"/>
                  </a:solidFill>
                </a:rPr>
                <a:t>μ</a:t>
              </a:r>
              <a:endParaRPr lang="pt-BR" b="1" noProof="0" dirty="0">
                <a:solidFill>
                  <a:srgbClr val="0432FF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40AEDD-9889-5044-88EA-16D9AD47C505}"/>
                </a:ext>
              </a:extLst>
            </p:cNvPr>
            <p:cNvSpPr txBox="1"/>
            <p:nvPr/>
          </p:nvSpPr>
          <p:spPr>
            <a:xfrm>
              <a:off x="8470216" y="5069534"/>
              <a:ext cx="4959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noProof="0" dirty="0">
                  <a:solidFill>
                    <a:srgbClr val="0432FF"/>
                  </a:solidFill>
                </a:rPr>
                <a:t>μ</a:t>
              </a:r>
              <a:endParaRPr lang="pt-BR" b="1" noProof="0" dirty="0">
                <a:solidFill>
                  <a:srgbClr val="0432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20B5A9-A378-744E-83A8-A64490E5A6ED}"/>
                </a:ext>
              </a:extLst>
            </p:cNvPr>
            <p:cNvSpPr txBox="1"/>
            <p:nvPr/>
          </p:nvSpPr>
          <p:spPr>
            <a:xfrm>
              <a:off x="6096000" y="3705176"/>
              <a:ext cx="9092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noProof="0" dirty="0">
                  <a:solidFill>
                    <a:srgbClr val="FF0000"/>
                  </a:solidFill>
                </a:rPr>
                <a:t>μ/2</a:t>
              </a:r>
              <a:endParaRPr lang="pt-BR" b="1" noProof="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6C6658-CCFA-2C4F-A10B-192F65848171}"/>
                </a:ext>
              </a:extLst>
            </p:cNvPr>
            <p:cNvSpPr txBox="1"/>
            <p:nvPr/>
          </p:nvSpPr>
          <p:spPr>
            <a:xfrm>
              <a:off x="10556929" y="3705176"/>
              <a:ext cx="9092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noProof="0" dirty="0">
                  <a:solidFill>
                    <a:srgbClr val="FF0000"/>
                  </a:solidFill>
                </a:rPr>
                <a:t>μ/2</a:t>
              </a:r>
              <a:endParaRPr lang="pt-BR" b="1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6340972-0753-DF47-84E9-E60C1C09FD04}"/>
              </a:ext>
            </a:extLst>
          </p:cNvPr>
          <p:cNvSpPr txBox="1"/>
          <p:nvPr/>
        </p:nvSpPr>
        <p:spPr>
          <a:xfrm>
            <a:off x="471671" y="1178990"/>
            <a:ext cx="5347700" cy="452431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/>
              <a:t>The </a:t>
            </a:r>
            <a:r>
              <a:rPr lang="pt-BR" sz="3600" noProof="0" dirty="0" err="1"/>
              <a:t>increased</a:t>
            </a:r>
            <a:r>
              <a:rPr lang="pt-BR" sz="3600" noProof="0" dirty="0"/>
              <a:t> </a:t>
            </a:r>
            <a:r>
              <a:rPr lang="pt-BR" sz="3600" noProof="0" dirty="0" err="1"/>
              <a:t>complexity</a:t>
            </a:r>
            <a:r>
              <a:rPr lang="pt-BR" sz="3600" noProof="0" dirty="0"/>
              <a:t> </a:t>
            </a:r>
            <a:r>
              <a:rPr lang="pt-BR" sz="3600" noProof="0" dirty="0" err="1"/>
              <a:t>resulting</a:t>
            </a:r>
            <a:r>
              <a:rPr lang="pt-BR" sz="3600" noProof="0" dirty="0"/>
              <a:t> </a:t>
            </a:r>
            <a:r>
              <a:rPr lang="pt-BR" sz="3600" noProof="0" dirty="0" err="1"/>
              <a:t>from</a:t>
            </a:r>
            <a:r>
              <a:rPr lang="pt-BR" sz="3600" noProof="0" dirty="0"/>
              <a:t> molecular </a:t>
            </a:r>
            <a:r>
              <a:rPr lang="pt-BR" sz="3600" noProof="0" dirty="0" err="1"/>
              <a:t>markers</a:t>
            </a:r>
            <a:r>
              <a:rPr lang="pt-BR" sz="3600" noProof="0" dirty="0"/>
              <a:t> led </a:t>
            </a:r>
            <a:r>
              <a:rPr lang="pt-BR" sz="3600" noProof="0" dirty="0" err="1"/>
              <a:t>to</a:t>
            </a:r>
            <a:r>
              <a:rPr lang="pt-BR" sz="3600" noProof="0" dirty="0"/>
              <a:t> a shift </a:t>
            </a:r>
            <a:r>
              <a:rPr lang="pt-BR" sz="3600" noProof="0" dirty="0" err="1"/>
              <a:t>from</a:t>
            </a:r>
            <a:r>
              <a:rPr lang="pt-BR" sz="3600" noProof="0" dirty="0"/>
              <a:t> </a:t>
            </a:r>
            <a:r>
              <a:rPr lang="pt-BR" sz="3600" noProof="0" dirty="0" err="1"/>
              <a:t>parsimony</a:t>
            </a:r>
            <a:r>
              <a:rPr lang="pt-BR" sz="3600" noProof="0" dirty="0"/>
              <a:t> </a:t>
            </a:r>
            <a:r>
              <a:rPr lang="pt-BR" sz="3600" noProof="0" dirty="0" err="1"/>
              <a:t>to</a:t>
            </a:r>
            <a:r>
              <a:rPr lang="pt-BR" sz="3600" noProof="0" dirty="0"/>
              <a:t> model-</a:t>
            </a:r>
            <a:r>
              <a:rPr lang="pt-BR" sz="3600" noProof="0" dirty="0" err="1"/>
              <a:t>based</a:t>
            </a:r>
            <a:r>
              <a:rPr lang="pt-BR" sz="3600" noProof="0" dirty="0"/>
              <a:t> </a:t>
            </a:r>
            <a:r>
              <a:rPr lang="pt-BR" sz="3600" noProof="0" dirty="0" err="1"/>
              <a:t>statistical</a:t>
            </a:r>
            <a:r>
              <a:rPr lang="pt-BR" sz="3600" noProof="0" dirty="0"/>
              <a:t> </a:t>
            </a:r>
            <a:r>
              <a:rPr lang="pt-BR" sz="3600" noProof="0" dirty="0" err="1"/>
              <a:t>inference</a:t>
            </a:r>
            <a:r>
              <a:rPr lang="pt-BR" sz="3600" noProof="0" dirty="0"/>
              <a:t> </a:t>
            </a:r>
            <a:r>
              <a:rPr lang="pt-BR" sz="3600" noProof="0" dirty="0" err="1"/>
              <a:t>methods</a:t>
            </a:r>
            <a:r>
              <a:rPr lang="pt-BR" sz="3600" noProof="0" dirty="0"/>
              <a:t>, </a:t>
            </a:r>
            <a:r>
              <a:rPr lang="pt-BR" sz="3600" noProof="0" dirty="0" err="1"/>
              <a:t>that</a:t>
            </a:r>
            <a:r>
              <a:rPr lang="pt-BR" sz="3600" noProof="0" dirty="0"/>
              <a:t> </a:t>
            </a:r>
            <a:r>
              <a:rPr lang="pt-BR" sz="3600" noProof="0" dirty="0" err="1"/>
              <a:t>allow</a:t>
            </a:r>
            <a:r>
              <a:rPr lang="pt-BR" sz="3600" noProof="0" dirty="0"/>
              <a:t> </a:t>
            </a:r>
            <a:r>
              <a:rPr lang="pt-BR" sz="3600" noProof="0" dirty="0" err="1"/>
              <a:t>including</a:t>
            </a:r>
            <a:r>
              <a:rPr lang="pt-BR" sz="3600" noProof="0" dirty="0"/>
              <a:t> </a:t>
            </a:r>
            <a:r>
              <a:rPr lang="pt-BR" sz="3600" noProof="0" dirty="0" err="1"/>
              <a:t>these</a:t>
            </a:r>
            <a:r>
              <a:rPr lang="pt-BR" sz="3600" noProof="0" dirty="0"/>
              <a:t> </a:t>
            </a:r>
            <a:r>
              <a:rPr lang="pt-BR" sz="3600" noProof="0" dirty="0" err="1"/>
              <a:t>uncertainties</a:t>
            </a:r>
            <a:r>
              <a:rPr lang="pt-BR" sz="3600" noProof="0" dirty="0"/>
              <a:t> in </a:t>
            </a:r>
            <a:r>
              <a:rPr lang="pt-BR" sz="3600" noProof="0" dirty="0" err="1"/>
              <a:t>the</a:t>
            </a:r>
            <a:r>
              <a:rPr lang="pt-BR" sz="3600" noProof="0" dirty="0"/>
              <a:t> </a:t>
            </a:r>
            <a:r>
              <a:rPr lang="pt-BR" sz="3600" noProof="0" dirty="0" err="1"/>
              <a:t>analysis</a:t>
            </a:r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20974359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711514" y="2313122"/>
            <a:ext cx="4479010" cy="22317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63E903-7247-734E-AD33-0E09AC95A9E8}"/>
              </a:ext>
            </a:extLst>
          </p:cNvPr>
          <p:cNvSpPr/>
          <p:nvPr/>
        </p:nvSpPr>
        <p:spPr>
          <a:xfrm>
            <a:off x="7001477" y="2313122"/>
            <a:ext cx="4479010" cy="22317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8E8C8-1551-9E4B-900E-35060424BF70}"/>
              </a:ext>
            </a:extLst>
          </p:cNvPr>
          <p:cNvSpPr txBox="1"/>
          <p:nvPr/>
        </p:nvSpPr>
        <p:spPr>
          <a:xfrm>
            <a:off x="471290" y="4819973"/>
            <a:ext cx="4959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 err="1"/>
              <a:t>Frequentist</a:t>
            </a:r>
            <a:r>
              <a:rPr lang="pt-BR" sz="2400" noProof="0" dirty="0"/>
              <a:t> (</a:t>
            </a:r>
            <a:r>
              <a:rPr lang="pt-BR" sz="2400" noProof="0" dirty="0" err="1"/>
              <a:t>objective</a:t>
            </a:r>
            <a:r>
              <a:rPr lang="pt-BR" sz="2400" noProof="0" dirty="0"/>
              <a:t>) </a:t>
            </a:r>
            <a:r>
              <a:rPr lang="pt-BR" sz="2400" noProof="0" dirty="0" err="1"/>
              <a:t>vision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probability</a:t>
            </a:r>
            <a:r>
              <a:rPr lang="pt-BR" sz="2400" noProof="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A1B5A-A803-7148-A937-E82627E07774}"/>
              </a:ext>
            </a:extLst>
          </p:cNvPr>
          <p:cNvSpPr txBox="1"/>
          <p:nvPr/>
        </p:nvSpPr>
        <p:spPr>
          <a:xfrm>
            <a:off x="7373436" y="4819973"/>
            <a:ext cx="4107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 err="1"/>
              <a:t>Subjective</a:t>
            </a:r>
            <a:r>
              <a:rPr lang="pt-BR" sz="2400" noProof="0" dirty="0"/>
              <a:t> </a:t>
            </a:r>
            <a:r>
              <a:rPr lang="pt-BR" sz="2400" noProof="0" dirty="0" err="1"/>
              <a:t>vision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probability</a:t>
            </a:r>
            <a:r>
              <a:rPr lang="pt-BR" sz="2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27748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372C39-21C0-ED4A-9D51-4FC426ECC8CB}"/>
              </a:ext>
            </a:extLst>
          </p:cNvPr>
          <p:cNvSpPr/>
          <p:nvPr/>
        </p:nvSpPr>
        <p:spPr>
          <a:xfrm>
            <a:off x="2291166" y="1309035"/>
            <a:ext cx="7609667" cy="8369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noProof="0" dirty="0"/>
              <a:t>Both </a:t>
            </a:r>
            <a:r>
              <a:rPr lang="pt-BR" sz="2800" noProof="0" dirty="0" err="1"/>
              <a:t>depend</a:t>
            </a:r>
            <a:r>
              <a:rPr lang="pt-BR" sz="2800" noProof="0" dirty="0"/>
              <a:t> </a:t>
            </a:r>
            <a:r>
              <a:rPr lang="pt-BR" sz="2800" noProof="0" dirty="0" err="1"/>
              <a:t>on</a:t>
            </a:r>
            <a:r>
              <a:rPr lang="pt-BR" sz="2800" noProof="0" dirty="0"/>
              <a:t> molecular </a:t>
            </a:r>
            <a:r>
              <a:rPr lang="pt-BR" sz="2800" noProof="0" dirty="0" err="1"/>
              <a:t>substitution</a:t>
            </a:r>
            <a:r>
              <a:rPr lang="pt-BR" sz="2800" noProof="0" dirty="0"/>
              <a:t>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399BB7-D1BD-644B-ACDB-745B427FA7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46"/>
          <a:stretch/>
        </p:blipFill>
        <p:spPr>
          <a:xfrm>
            <a:off x="2291166" y="2508663"/>
            <a:ext cx="6700326" cy="29565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D49E7-E124-EC48-BA46-801F0A668301}"/>
              </a:ext>
            </a:extLst>
          </p:cNvPr>
          <p:cNvSpPr txBox="1"/>
          <p:nvPr/>
        </p:nvSpPr>
        <p:spPr>
          <a:xfrm>
            <a:off x="9422240" y="2832777"/>
            <a:ext cx="2371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/>
              <a:t>Where µ </a:t>
            </a:r>
            <a:r>
              <a:rPr lang="pt-BR" sz="2400" noProof="0" dirty="0" err="1"/>
              <a:t>is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instantaneous</a:t>
            </a:r>
            <a:r>
              <a:rPr lang="pt-BR" sz="2400" noProof="0" dirty="0"/>
              <a:t> rate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substitution</a:t>
            </a:r>
            <a:r>
              <a:rPr lang="pt-BR" sz="2400" noProof="0" dirty="0"/>
              <a:t> </a:t>
            </a:r>
            <a:r>
              <a:rPr lang="pt-BR" sz="2400" noProof="0" dirty="0" err="1"/>
              <a:t>from</a:t>
            </a:r>
            <a:r>
              <a:rPr lang="pt-BR" sz="2400" noProof="0" dirty="0"/>
              <a:t> </a:t>
            </a:r>
            <a:r>
              <a:rPr lang="pt-BR" sz="2400" noProof="0" dirty="0" err="1"/>
              <a:t>one</a:t>
            </a:r>
            <a:r>
              <a:rPr lang="pt-BR" sz="2400" noProof="0" dirty="0"/>
              <a:t> </a:t>
            </a:r>
            <a:r>
              <a:rPr lang="pt-BR" sz="2400" noProof="0" dirty="0" err="1"/>
              <a:t>state</a:t>
            </a:r>
            <a:r>
              <a:rPr lang="pt-BR" sz="2400" noProof="0" dirty="0"/>
              <a:t> </a:t>
            </a:r>
            <a:r>
              <a:rPr lang="pt-BR" sz="2400" noProof="0" dirty="0" err="1"/>
              <a:t>to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other</a:t>
            </a:r>
            <a:r>
              <a:rPr lang="pt-BR" sz="2400" noProof="0" dirty="0"/>
              <a:t>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6771B-2FFF-D94B-B864-7312A6CBF4FF}"/>
              </a:ext>
            </a:extLst>
          </p:cNvPr>
          <p:cNvSpPr txBox="1"/>
          <p:nvPr/>
        </p:nvSpPr>
        <p:spPr>
          <a:xfrm>
            <a:off x="2745837" y="5857726"/>
            <a:ext cx="6700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Character </a:t>
            </a:r>
            <a:r>
              <a:rPr lang="pt-BR" sz="2400" noProof="0" dirty="0" err="1"/>
              <a:t>states</a:t>
            </a:r>
            <a:r>
              <a:rPr lang="pt-BR" sz="2400" noProof="0" dirty="0"/>
              <a:t> = </a:t>
            </a:r>
            <a:r>
              <a:rPr lang="pt-BR" sz="2400" noProof="0" dirty="0" err="1"/>
              <a:t>different</a:t>
            </a:r>
            <a:r>
              <a:rPr lang="pt-BR" sz="2400" noProof="0" dirty="0"/>
              <a:t> </a:t>
            </a:r>
            <a:r>
              <a:rPr lang="pt-BR" sz="2400" noProof="0" dirty="0" err="1"/>
              <a:t>nitrogenous</a:t>
            </a:r>
            <a:r>
              <a:rPr lang="pt-BR" sz="2400" noProof="0" dirty="0"/>
              <a:t> bases</a:t>
            </a:r>
          </a:p>
          <a:p>
            <a:pPr algn="ctr"/>
            <a:r>
              <a:rPr lang="pt-BR" sz="2400" noProof="0" dirty="0"/>
              <a:t>4 </a:t>
            </a:r>
            <a:r>
              <a:rPr lang="pt-BR" sz="2400" noProof="0" dirty="0" err="1"/>
              <a:t>character</a:t>
            </a:r>
            <a:r>
              <a:rPr lang="pt-BR" sz="2400" noProof="0" dirty="0"/>
              <a:t> </a:t>
            </a:r>
            <a:r>
              <a:rPr lang="pt-BR" sz="2400" noProof="0" dirty="0" err="1"/>
              <a:t>states</a:t>
            </a:r>
            <a:r>
              <a:rPr lang="pt-BR" sz="2400" noProof="0" dirty="0"/>
              <a:t> = 16 </a:t>
            </a:r>
            <a:r>
              <a:rPr lang="pt-BR" sz="2400" noProof="0" dirty="0" err="1"/>
              <a:t>substitutions</a:t>
            </a:r>
            <a:r>
              <a:rPr lang="pt-BR" sz="2400" noProof="0" dirty="0"/>
              <a:t> rates</a:t>
            </a:r>
          </a:p>
        </p:txBody>
      </p:sp>
    </p:spTree>
    <p:extLst>
      <p:ext uri="{BB962C8B-B14F-4D97-AF65-F5344CB8AC3E}">
        <p14:creationId xmlns:p14="http://schemas.microsoft.com/office/powerpoint/2010/main" val="1483565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372C39-21C0-ED4A-9D51-4FC426ECC8CB}"/>
              </a:ext>
            </a:extLst>
          </p:cNvPr>
          <p:cNvSpPr/>
          <p:nvPr/>
        </p:nvSpPr>
        <p:spPr>
          <a:xfrm>
            <a:off x="2291166" y="751096"/>
            <a:ext cx="7609667" cy="8369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noProof="0" dirty="0"/>
              <a:t>Both </a:t>
            </a:r>
            <a:r>
              <a:rPr lang="pt-BR" sz="2800" noProof="0" dirty="0" err="1"/>
              <a:t>depend</a:t>
            </a:r>
            <a:r>
              <a:rPr lang="pt-BR" sz="2800" noProof="0" dirty="0"/>
              <a:t> </a:t>
            </a:r>
            <a:r>
              <a:rPr lang="pt-BR" sz="2800" noProof="0" dirty="0" err="1"/>
              <a:t>on</a:t>
            </a:r>
            <a:r>
              <a:rPr lang="pt-BR" sz="2800" noProof="0" dirty="0"/>
              <a:t> molecular </a:t>
            </a:r>
            <a:r>
              <a:rPr lang="pt-BR" sz="2800" noProof="0" dirty="0" err="1"/>
              <a:t>substitution</a:t>
            </a:r>
            <a:r>
              <a:rPr lang="pt-BR" sz="2800" noProof="0" dirty="0"/>
              <a:t>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169BE2-1E89-034D-8BF9-F81CF74457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046"/>
          <a:stretch/>
        </p:blipFill>
        <p:spPr>
          <a:xfrm>
            <a:off x="78653" y="3428999"/>
            <a:ext cx="4420092" cy="2677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9B0A1A-0520-E746-ACF0-85A91BDD9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68" y="4002852"/>
            <a:ext cx="6426200" cy="21660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D49E7-E124-EC48-BA46-801F0A668301}"/>
              </a:ext>
            </a:extLst>
          </p:cNvPr>
          <p:cNvSpPr txBox="1"/>
          <p:nvPr/>
        </p:nvSpPr>
        <p:spPr>
          <a:xfrm>
            <a:off x="735635" y="1996587"/>
            <a:ext cx="388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/>
              <a:t>They go </a:t>
            </a:r>
            <a:r>
              <a:rPr lang="pt-BR" sz="2400" noProof="0" dirty="0" err="1"/>
              <a:t>from</a:t>
            </a:r>
            <a:r>
              <a:rPr lang="pt-BR" sz="2400" noProof="0" dirty="0"/>
              <a:t> </a:t>
            </a:r>
            <a:r>
              <a:rPr lang="pt-BR" sz="2400" noProof="0" dirty="0" err="1"/>
              <a:t>simple</a:t>
            </a:r>
            <a:r>
              <a:rPr lang="pt-BR" sz="2400" noProof="0" dirty="0"/>
              <a:t> </a:t>
            </a:r>
            <a:r>
              <a:rPr lang="pt-BR" sz="2400" noProof="0" dirty="0" err="1"/>
              <a:t>matrices</a:t>
            </a:r>
            <a:r>
              <a:rPr lang="pt-BR" sz="2400" noProof="0" dirty="0"/>
              <a:t> </a:t>
            </a:r>
            <a:r>
              <a:rPr lang="pt-BR" sz="2400" noProof="0" dirty="0" err="1"/>
              <a:t>with</a:t>
            </a:r>
            <a:r>
              <a:rPr lang="pt-BR" sz="2400" noProof="0" dirty="0"/>
              <a:t> </a:t>
            </a:r>
            <a:r>
              <a:rPr lang="pt-BR" sz="2400" noProof="0" dirty="0" err="1"/>
              <a:t>equal</a:t>
            </a:r>
            <a:r>
              <a:rPr lang="pt-BR" sz="2400" noProof="0" dirty="0"/>
              <a:t> rates for </a:t>
            </a:r>
            <a:r>
              <a:rPr lang="pt-BR" sz="2400" noProof="0" dirty="0" err="1"/>
              <a:t>all</a:t>
            </a:r>
            <a:r>
              <a:rPr lang="pt-BR" sz="2400" noProof="0" dirty="0"/>
              <a:t> </a:t>
            </a:r>
            <a:r>
              <a:rPr lang="pt-BR" sz="2400" noProof="0" dirty="0" err="1"/>
              <a:t>transitions</a:t>
            </a:r>
            <a:endParaRPr lang="pt-BR" sz="2400" noProof="0" dirty="0"/>
          </a:p>
          <a:p>
            <a:endParaRPr lang="pt-BR" sz="24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46304-447C-6547-9C1B-E40E7563C25C}"/>
              </a:ext>
            </a:extLst>
          </p:cNvPr>
          <p:cNvSpPr txBox="1"/>
          <p:nvPr/>
        </p:nvSpPr>
        <p:spPr>
          <a:xfrm>
            <a:off x="6616896" y="1996587"/>
            <a:ext cx="5248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 err="1"/>
              <a:t>To</a:t>
            </a:r>
            <a:r>
              <a:rPr lang="pt-BR" sz="2400" noProof="0" dirty="0"/>
              <a:t> </a:t>
            </a:r>
            <a:r>
              <a:rPr lang="pt-BR" sz="2400" noProof="0" dirty="0" err="1"/>
              <a:t>complex</a:t>
            </a:r>
            <a:r>
              <a:rPr lang="pt-BR" sz="2400" noProof="0" dirty="0"/>
              <a:t> </a:t>
            </a:r>
            <a:r>
              <a:rPr lang="pt-BR" sz="2400" noProof="0" dirty="0" err="1"/>
              <a:t>transition</a:t>
            </a:r>
            <a:r>
              <a:rPr lang="pt-BR" sz="2400" noProof="0" dirty="0"/>
              <a:t> </a:t>
            </a:r>
            <a:r>
              <a:rPr lang="pt-BR" sz="2400" noProof="0" dirty="0" err="1"/>
              <a:t>matrices</a:t>
            </a:r>
            <a:r>
              <a:rPr lang="pt-BR" sz="2400" noProof="0" dirty="0"/>
              <a:t>, </a:t>
            </a:r>
            <a:r>
              <a:rPr lang="pt-BR" sz="2400" noProof="0" dirty="0" err="1"/>
              <a:t>where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stationary</a:t>
            </a:r>
            <a:r>
              <a:rPr lang="pt-BR" sz="2400" noProof="0" dirty="0"/>
              <a:t> </a:t>
            </a:r>
            <a:r>
              <a:rPr lang="pt-BR" sz="2400" noProof="0" dirty="0" err="1"/>
              <a:t>frequency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each</a:t>
            </a:r>
            <a:r>
              <a:rPr lang="pt-BR" sz="2400" noProof="0" dirty="0"/>
              <a:t> </a:t>
            </a:r>
            <a:r>
              <a:rPr lang="pt-BR" sz="2400" noProof="0" dirty="0" err="1"/>
              <a:t>nucleotide</a:t>
            </a:r>
            <a:r>
              <a:rPr lang="pt-BR" sz="2400" noProof="0" dirty="0"/>
              <a:t> (𝝅) and </a:t>
            </a:r>
            <a:r>
              <a:rPr lang="pt-BR" sz="2400" noProof="0" dirty="0" err="1"/>
              <a:t>the</a:t>
            </a:r>
            <a:r>
              <a:rPr lang="pt-BR" sz="2400" noProof="0" dirty="0"/>
              <a:t> </a:t>
            </a:r>
            <a:r>
              <a:rPr lang="pt-BR" sz="2400" noProof="0" dirty="0" err="1"/>
              <a:t>exchangeability</a:t>
            </a:r>
            <a:r>
              <a:rPr lang="pt-BR" sz="2400" noProof="0" dirty="0"/>
              <a:t> rate </a:t>
            </a:r>
            <a:r>
              <a:rPr lang="pt-BR" sz="2400" noProof="0" dirty="0" err="1"/>
              <a:t>between</a:t>
            </a:r>
            <a:r>
              <a:rPr lang="pt-BR" sz="2400" noProof="0" dirty="0"/>
              <a:t> </a:t>
            </a:r>
            <a:r>
              <a:rPr lang="pt-BR" sz="2400" noProof="0" dirty="0" err="1"/>
              <a:t>different</a:t>
            </a:r>
            <a:r>
              <a:rPr lang="pt-BR" sz="2400" noProof="0" dirty="0"/>
              <a:t> </a:t>
            </a:r>
            <a:r>
              <a:rPr lang="pt-BR" sz="2400" noProof="0" dirty="0" err="1"/>
              <a:t>states</a:t>
            </a:r>
            <a:r>
              <a:rPr lang="pt-BR" sz="2400" noProof="0" dirty="0"/>
              <a:t> (</a:t>
            </a:r>
            <a:r>
              <a:rPr lang="pt-B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𝒓</a:t>
            </a:r>
            <a:r>
              <a:rPr lang="pt-BR" sz="2400" noProof="0" dirty="0"/>
              <a:t>) </a:t>
            </a:r>
            <a:r>
              <a:rPr lang="pt-BR" sz="2400" noProof="0" dirty="0" err="1"/>
              <a:t>can</a:t>
            </a:r>
            <a:r>
              <a:rPr lang="pt-BR" sz="2400" noProof="0" dirty="0"/>
              <a:t> </a:t>
            </a:r>
            <a:r>
              <a:rPr lang="pt-BR" sz="2400" noProof="0" dirty="0" err="1"/>
              <a:t>both</a:t>
            </a:r>
            <a:r>
              <a:rPr lang="pt-BR" sz="2400" noProof="0" dirty="0"/>
              <a:t> </a:t>
            </a:r>
            <a:r>
              <a:rPr lang="pt-BR" sz="2400" noProof="0" dirty="0" err="1"/>
              <a:t>vary</a:t>
            </a:r>
            <a:r>
              <a:rPr lang="pt-BR" sz="2400" noProof="0" dirty="0"/>
              <a:t>  </a:t>
            </a:r>
          </a:p>
          <a:p>
            <a:endParaRPr lang="pt-BR" sz="24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B65A3-2A7F-F342-A7F1-F0C873A71F69}"/>
              </a:ext>
            </a:extLst>
          </p:cNvPr>
          <p:cNvSpPr txBox="1"/>
          <p:nvPr/>
        </p:nvSpPr>
        <p:spPr>
          <a:xfrm>
            <a:off x="0" y="6488668"/>
            <a:ext cx="263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Jukes</a:t>
            </a:r>
            <a:r>
              <a:rPr lang="pt-BR" noProof="0" dirty="0"/>
              <a:t> &amp; Cantor 1969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14F85-35D2-3247-9B40-75A041A78F73}"/>
              </a:ext>
            </a:extLst>
          </p:cNvPr>
          <p:cNvSpPr txBox="1"/>
          <p:nvPr/>
        </p:nvSpPr>
        <p:spPr>
          <a:xfrm>
            <a:off x="9240982" y="6488668"/>
            <a:ext cx="263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noProof="0" dirty="0" err="1"/>
              <a:t>Tavaré</a:t>
            </a:r>
            <a:r>
              <a:rPr lang="pt-BR" noProof="0" dirty="0"/>
              <a:t> 1986</a:t>
            </a:r>
          </a:p>
        </p:txBody>
      </p:sp>
    </p:spTree>
    <p:extLst>
      <p:ext uri="{BB962C8B-B14F-4D97-AF65-F5344CB8AC3E}">
        <p14:creationId xmlns:p14="http://schemas.microsoft.com/office/powerpoint/2010/main" val="34453723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F4D3C-C3D4-FA41-BEFA-6381D3623C20}"/>
              </a:ext>
            </a:extLst>
          </p:cNvPr>
          <p:cNvSpPr txBox="1"/>
          <p:nvPr/>
        </p:nvSpPr>
        <p:spPr>
          <a:xfrm>
            <a:off x="1740976" y="1828800"/>
            <a:ext cx="8710047" cy="1077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b="1" noProof="0" dirty="0" err="1"/>
              <a:t>Likelihood</a:t>
            </a:r>
            <a:r>
              <a:rPr lang="pt-BR" sz="3200" noProof="0" dirty="0"/>
              <a:t> = it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idea</a:t>
            </a:r>
            <a:r>
              <a:rPr lang="pt-BR" sz="3200" noProof="0" dirty="0"/>
              <a:t> </a:t>
            </a:r>
            <a:r>
              <a:rPr lang="pt-BR" sz="3200" noProof="0" dirty="0" err="1"/>
              <a:t>that</a:t>
            </a:r>
            <a:r>
              <a:rPr lang="pt-BR" sz="3200" noProof="0" dirty="0"/>
              <a:t> </a:t>
            </a:r>
            <a:r>
              <a:rPr lang="pt-BR" sz="3200" noProof="0" dirty="0" err="1"/>
              <a:t>something</a:t>
            </a:r>
            <a:r>
              <a:rPr lang="pt-BR" sz="3200" noProof="0" dirty="0"/>
              <a:t>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likely</a:t>
            </a:r>
            <a:r>
              <a:rPr lang="pt-BR" sz="3200" noProof="0" dirty="0"/>
              <a:t> </a:t>
            </a:r>
            <a:r>
              <a:rPr lang="pt-BR" sz="3200" noProof="0" dirty="0" err="1"/>
              <a:t>to</a:t>
            </a:r>
            <a:r>
              <a:rPr lang="pt-BR" sz="3200" noProof="0" dirty="0"/>
              <a:t> </a:t>
            </a:r>
            <a:r>
              <a:rPr lang="pt-BR" sz="3200" noProof="0" dirty="0" err="1"/>
              <a:t>happen</a:t>
            </a:r>
            <a:r>
              <a:rPr lang="pt-BR" sz="3200" noProof="0" dirty="0"/>
              <a:t> </a:t>
            </a:r>
            <a:r>
              <a:rPr lang="pt-BR" sz="3200" noProof="0" dirty="0" err="1"/>
              <a:t>or</a:t>
            </a:r>
            <a:r>
              <a:rPr lang="pt-BR" sz="3200" noProof="0" dirty="0"/>
              <a:t> </a:t>
            </a:r>
            <a:r>
              <a:rPr lang="pt-BR" sz="3200" noProof="0" dirty="0" err="1"/>
              <a:t>to</a:t>
            </a:r>
            <a:r>
              <a:rPr lang="pt-BR" sz="3200" noProof="0" dirty="0"/>
              <a:t> </a:t>
            </a:r>
            <a:r>
              <a:rPr lang="pt-BR" sz="3200" noProof="0" dirty="0" err="1"/>
              <a:t>have</a:t>
            </a:r>
            <a:r>
              <a:rPr lang="pt-BR" sz="3200" noProof="0" dirty="0"/>
              <a:t> </a:t>
            </a:r>
            <a:r>
              <a:rPr lang="pt-BR" sz="3200" noProof="0" dirty="0" err="1"/>
              <a:t>happened</a:t>
            </a:r>
            <a:endParaRPr lang="pt-BR" sz="3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F4613-9C53-6A4C-BA0C-B3EBB171BE6B}"/>
              </a:ext>
            </a:extLst>
          </p:cNvPr>
          <p:cNvSpPr txBox="1"/>
          <p:nvPr/>
        </p:nvSpPr>
        <p:spPr>
          <a:xfrm>
            <a:off x="1740977" y="3951983"/>
            <a:ext cx="8710046" cy="20574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200" noProof="0" dirty="0"/>
              <a:t>Its </a:t>
            </a:r>
            <a:r>
              <a:rPr lang="pt-BR" sz="3200" noProof="0" dirty="0" err="1"/>
              <a:t>application</a:t>
            </a:r>
            <a:r>
              <a:rPr lang="pt-BR" sz="3200" noProof="0" dirty="0"/>
              <a:t> in </a:t>
            </a:r>
            <a:r>
              <a:rPr lang="pt-BR" sz="3200" noProof="0" dirty="0" err="1"/>
              <a:t>phylogenetic</a:t>
            </a:r>
            <a:r>
              <a:rPr lang="pt-BR" sz="3200" noProof="0" dirty="0"/>
              <a:t> </a:t>
            </a:r>
            <a:r>
              <a:rPr lang="pt-BR" sz="3200" noProof="0" dirty="0" err="1"/>
              <a:t>reconstruction</a:t>
            </a:r>
            <a:r>
              <a:rPr lang="pt-BR" sz="3200" noProof="0" dirty="0"/>
              <a:t> </a:t>
            </a:r>
            <a:r>
              <a:rPr lang="pt-BR" sz="3200" noProof="0" dirty="0" err="1"/>
              <a:t>implies</a:t>
            </a:r>
            <a:r>
              <a:rPr lang="pt-BR" sz="3200" noProof="0" dirty="0"/>
              <a:t> in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search</a:t>
            </a:r>
            <a:r>
              <a:rPr lang="pt-BR" sz="3200" noProof="0" dirty="0"/>
              <a:t> for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b="1" noProof="0" dirty="0" err="1"/>
              <a:t>tree</a:t>
            </a:r>
            <a:r>
              <a:rPr lang="pt-BR" sz="3200" noProof="0" dirty="0"/>
              <a:t> </a:t>
            </a:r>
            <a:r>
              <a:rPr lang="pt-BR" sz="3200" noProof="0" dirty="0" err="1"/>
              <a:t>that</a:t>
            </a:r>
            <a:r>
              <a:rPr lang="pt-BR" sz="3200" noProof="0" dirty="0"/>
              <a:t> </a:t>
            </a:r>
            <a:r>
              <a:rPr lang="pt-BR" sz="3200" noProof="0" dirty="0" err="1"/>
              <a:t>has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b="1" noProof="0" dirty="0" err="1"/>
              <a:t>highest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having</a:t>
            </a:r>
            <a:r>
              <a:rPr lang="pt-BR" sz="3200" noProof="0" dirty="0"/>
              <a:t> </a:t>
            </a:r>
            <a:r>
              <a:rPr lang="pt-BR" sz="3200" noProof="0" dirty="0" err="1"/>
              <a:t>originated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observed</a:t>
            </a:r>
            <a:r>
              <a:rPr lang="pt-BR" sz="3200" noProof="0" dirty="0"/>
              <a:t> data (</a:t>
            </a:r>
            <a:r>
              <a:rPr lang="pt-BR" sz="3200" b="1" noProof="0" dirty="0"/>
              <a:t>DNA </a:t>
            </a:r>
            <a:r>
              <a:rPr lang="pt-BR" sz="3200" b="1" noProof="0" dirty="0" err="1"/>
              <a:t>matrix</a:t>
            </a:r>
            <a:r>
              <a:rPr lang="pt-BR" sz="3200" noProof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610427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C6682-4FB3-4847-BBBF-188A9682F4D3}"/>
              </a:ext>
            </a:extLst>
          </p:cNvPr>
          <p:cNvSpPr txBox="1"/>
          <p:nvPr/>
        </p:nvSpPr>
        <p:spPr>
          <a:xfrm>
            <a:off x="2004107" y="2638048"/>
            <a:ext cx="2204450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sz="5400" noProof="0" dirty="0"/>
              <a:t>P(</a:t>
            </a:r>
            <a:r>
              <a:rPr lang="pt-BR" sz="5400" noProof="0" dirty="0" err="1"/>
              <a:t>Ei|D</a:t>
            </a:r>
            <a:r>
              <a:rPr lang="pt-BR" sz="5400" noProof="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6981D-522E-F747-91E3-4B37913B386B}"/>
              </a:ext>
            </a:extLst>
          </p:cNvPr>
          <p:cNvSpPr txBox="1"/>
          <p:nvPr/>
        </p:nvSpPr>
        <p:spPr>
          <a:xfrm>
            <a:off x="6438372" y="2698402"/>
            <a:ext cx="56052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D: data (DNA </a:t>
            </a:r>
            <a:r>
              <a:rPr lang="pt-BR" sz="2800" noProof="0" dirty="0" err="1"/>
              <a:t>matrix</a:t>
            </a:r>
            <a:r>
              <a:rPr lang="pt-BR" sz="2800" noProof="0" dirty="0"/>
              <a:t>)</a:t>
            </a:r>
          </a:p>
          <a:p>
            <a:r>
              <a:rPr lang="pt-BR" sz="2800" noProof="0" dirty="0"/>
              <a:t>Ei: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specific</a:t>
            </a:r>
            <a:r>
              <a:rPr lang="pt-BR" sz="2800" noProof="0" dirty="0"/>
              <a:t> </a:t>
            </a:r>
            <a:r>
              <a:rPr lang="pt-BR" sz="2800" noProof="0" dirty="0" err="1"/>
              <a:t>tree</a:t>
            </a:r>
            <a:r>
              <a:rPr lang="pt-BR" sz="2800" noProof="0" dirty="0"/>
              <a:t> in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context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a </a:t>
            </a:r>
            <a:r>
              <a:rPr lang="pt-BR" sz="2800" noProof="0" dirty="0" err="1"/>
              <a:t>nucleotide</a:t>
            </a:r>
            <a:r>
              <a:rPr lang="pt-BR" sz="2800" noProof="0" dirty="0"/>
              <a:t> </a:t>
            </a:r>
            <a:r>
              <a:rPr lang="pt-BR" sz="2800" noProof="0" dirty="0" err="1"/>
              <a:t>substitution</a:t>
            </a:r>
            <a:r>
              <a:rPr lang="pt-BR" sz="2800" noProof="0" dirty="0"/>
              <a:t>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3B7B6-9198-D040-8EF9-6CB0BF5D642E}"/>
              </a:ext>
            </a:extLst>
          </p:cNvPr>
          <p:cNvSpPr txBox="1"/>
          <p:nvPr/>
        </p:nvSpPr>
        <p:spPr>
          <a:xfrm>
            <a:off x="1228990" y="3636126"/>
            <a:ext cx="3754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noProof="0" dirty="0" err="1"/>
              <a:t>Probability</a:t>
            </a:r>
            <a:r>
              <a:rPr lang="pt-BR" sz="2000" noProof="0" dirty="0"/>
              <a:t> </a:t>
            </a:r>
            <a:r>
              <a:rPr lang="pt-BR" sz="2000" noProof="0" dirty="0" err="1"/>
              <a:t>of</a:t>
            </a:r>
            <a:r>
              <a:rPr lang="pt-BR" sz="2000" noProof="0" dirty="0"/>
              <a:t> </a:t>
            </a:r>
            <a:r>
              <a:rPr lang="pt-BR" sz="2000" noProof="0" dirty="0" err="1"/>
              <a:t>the</a:t>
            </a:r>
            <a:r>
              <a:rPr lang="pt-BR" sz="2000" noProof="0" dirty="0"/>
              <a:t> </a:t>
            </a:r>
            <a:r>
              <a:rPr lang="pt-BR" sz="2000" noProof="0" dirty="0" err="1"/>
              <a:t>observed</a:t>
            </a:r>
            <a:r>
              <a:rPr lang="pt-BR" sz="2000" noProof="0" dirty="0"/>
              <a:t> </a:t>
            </a:r>
            <a:r>
              <a:rPr lang="pt-BR" sz="2000" noProof="0" dirty="0" err="1"/>
              <a:t>tree</a:t>
            </a:r>
            <a:r>
              <a:rPr lang="pt-BR" sz="2000" noProof="0" dirty="0"/>
              <a:t> </a:t>
            </a:r>
            <a:r>
              <a:rPr lang="pt-BR" sz="2000" noProof="0" dirty="0" err="1"/>
              <a:t>given</a:t>
            </a:r>
            <a:r>
              <a:rPr lang="pt-BR" sz="2000" noProof="0" dirty="0"/>
              <a:t> </a:t>
            </a:r>
            <a:r>
              <a:rPr lang="pt-BR" sz="2000" noProof="0" dirty="0" err="1"/>
              <a:t>the</a:t>
            </a:r>
            <a:r>
              <a:rPr lang="pt-BR" sz="2000" noProof="0" dirty="0"/>
              <a:t>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DB6C9-A723-E44F-BF0B-32C88AE8ACE9}"/>
              </a:ext>
            </a:extLst>
          </p:cNvPr>
          <p:cNvSpPr txBox="1"/>
          <p:nvPr/>
        </p:nvSpPr>
        <p:spPr>
          <a:xfrm>
            <a:off x="2630436" y="5115223"/>
            <a:ext cx="6931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 err="1"/>
              <a:t>We</a:t>
            </a:r>
            <a:r>
              <a:rPr lang="pt-BR" sz="2800" noProof="0" dirty="0"/>
              <a:t> </a:t>
            </a:r>
            <a:r>
              <a:rPr lang="pt-BR" sz="2800" noProof="0" dirty="0" err="1"/>
              <a:t>search</a:t>
            </a:r>
            <a:r>
              <a:rPr lang="pt-BR" sz="2800" noProof="0" dirty="0"/>
              <a:t> for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tree</a:t>
            </a:r>
            <a:r>
              <a:rPr lang="pt-BR" sz="2800" noProof="0" dirty="0"/>
              <a:t> </a:t>
            </a:r>
            <a:r>
              <a:rPr lang="pt-BR" sz="2800" noProof="0" dirty="0" err="1"/>
              <a:t>that</a:t>
            </a:r>
            <a:r>
              <a:rPr lang="pt-BR" sz="2800" noProof="0" dirty="0"/>
              <a:t> maximizes P(</a:t>
            </a:r>
            <a:r>
              <a:rPr lang="pt-BR" sz="2800" noProof="0" dirty="0" err="1"/>
              <a:t>Ei|D</a:t>
            </a:r>
            <a:r>
              <a:rPr lang="pt-BR" sz="2800" noProof="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596088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6981D-522E-F747-91E3-4B37913B386B}"/>
              </a:ext>
            </a:extLst>
          </p:cNvPr>
          <p:cNvSpPr txBox="1"/>
          <p:nvPr/>
        </p:nvSpPr>
        <p:spPr>
          <a:xfrm>
            <a:off x="380412" y="1841242"/>
            <a:ext cx="114311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 err="1"/>
              <a:t>Frequentist</a:t>
            </a:r>
            <a:r>
              <a:rPr lang="pt-BR" sz="3200" noProof="0" dirty="0"/>
              <a:t> </a:t>
            </a:r>
            <a:r>
              <a:rPr lang="pt-BR" sz="3200" noProof="0" dirty="0" err="1"/>
              <a:t>statistics</a:t>
            </a:r>
            <a:r>
              <a:rPr lang="pt-BR" sz="3200" noProof="0" dirty="0"/>
              <a:t> = </a:t>
            </a:r>
            <a:r>
              <a:rPr lang="pt-BR" sz="3200" noProof="0" dirty="0" err="1"/>
              <a:t>relative</a:t>
            </a:r>
            <a:r>
              <a:rPr lang="pt-BR" sz="3200" noProof="0" dirty="0"/>
              <a:t> </a:t>
            </a:r>
            <a:r>
              <a:rPr lang="pt-BR" sz="3200" noProof="0" dirty="0" err="1"/>
              <a:t>frequency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results</a:t>
            </a:r>
            <a:r>
              <a:rPr lang="pt-BR" sz="3200" noProof="0" dirty="0"/>
              <a:t> over </a:t>
            </a:r>
            <a:r>
              <a:rPr lang="pt-BR" sz="3200" noProof="0" dirty="0" err="1"/>
              <a:t>repeated</a:t>
            </a:r>
            <a:r>
              <a:rPr lang="pt-BR" sz="3200" noProof="0" dirty="0"/>
              <a:t> </a:t>
            </a:r>
            <a:r>
              <a:rPr lang="pt-BR" sz="3200" noProof="0" dirty="0" err="1"/>
              <a:t>executions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experiment</a:t>
            </a:r>
            <a:endParaRPr lang="pt-BR" sz="3200" noProof="0" dirty="0"/>
          </a:p>
          <a:p>
            <a:endParaRPr lang="pt-BR" sz="3200" noProof="0" dirty="0"/>
          </a:p>
          <a:p>
            <a:r>
              <a:rPr lang="pt-BR" sz="3200" noProof="0" dirty="0" err="1"/>
              <a:t>Calculate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a </a:t>
            </a:r>
            <a:r>
              <a:rPr lang="pt-BR" sz="3200" noProof="0" dirty="0" err="1"/>
              <a:t>tree</a:t>
            </a:r>
            <a:r>
              <a:rPr lang="pt-BR" sz="3200" noProof="0" dirty="0"/>
              <a:t> </a:t>
            </a:r>
            <a:r>
              <a:rPr lang="pt-BR" sz="3200" noProof="0" dirty="0" err="1"/>
              <a:t>involves</a:t>
            </a:r>
            <a:r>
              <a:rPr lang="pt-BR" sz="3200" noProof="0" dirty="0"/>
              <a:t> </a:t>
            </a:r>
            <a:r>
              <a:rPr lang="pt-BR" sz="3200" noProof="0" dirty="0" err="1"/>
              <a:t>calculating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occurrence</a:t>
            </a:r>
            <a:r>
              <a:rPr lang="pt-BR" sz="3200" noProof="0" dirty="0"/>
              <a:t>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all</a:t>
            </a:r>
            <a:r>
              <a:rPr lang="pt-BR" sz="3200" noProof="0" dirty="0"/>
              <a:t> </a:t>
            </a:r>
            <a:r>
              <a:rPr lang="pt-BR" sz="3200" noProof="0" dirty="0" err="1"/>
              <a:t>possible</a:t>
            </a:r>
            <a:r>
              <a:rPr lang="pt-BR" sz="3200" noProof="0" dirty="0"/>
              <a:t> ancestral </a:t>
            </a:r>
            <a:r>
              <a:rPr lang="pt-BR" sz="3200" noProof="0" dirty="0" err="1"/>
              <a:t>states</a:t>
            </a:r>
            <a:r>
              <a:rPr lang="pt-BR" sz="3200" noProof="0" dirty="0"/>
              <a:t> in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internal</a:t>
            </a:r>
            <a:r>
              <a:rPr lang="pt-BR" sz="3200" noProof="0" dirty="0"/>
              <a:t> nodes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trees</a:t>
            </a:r>
            <a:r>
              <a:rPr lang="pt-BR" sz="3200" noProof="0" dirty="0"/>
              <a:t> </a:t>
            </a:r>
          </a:p>
          <a:p>
            <a:endParaRPr lang="pt-BR" sz="3200" noProof="0" dirty="0"/>
          </a:p>
          <a:p>
            <a:r>
              <a:rPr lang="pt-BR" sz="3200" noProof="0" dirty="0" err="1"/>
              <a:t>This</a:t>
            </a:r>
            <a:r>
              <a:rPr lang="pt-BR" sz="3200" noProof="0" dirty="0"/>
              <a:t> </a:t>
            </a:r>
            <a:r>
              <a:rPr lang="pt-BR" sz="3200" noProof="0" dirty="0" err="1"/>
              <a:t>means</a:t>
            </a:r>
            <a:r>
              <a:rPr lang="pt-BR" sz="3200" noProof="0" dirty="0"/>
              <a:t> </a:t>
            </a:r>
            <a:r>
              <a:rPr lang="pt-BR" sz="3200" noProof="0" dirty="0" err="1"/>
              <a:t>calculating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possibility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each</a:t>
            </a:r>
            <a:r>
              <a:rPr lang="pt-BR" sz="3200" noProof="0" dirty="0"/>
              <a:t> </a:t>
            </a:r>
            <a:r>
              <a:rPr lang="pt-BR" sz="3200" noProof="0" dirty="0" err="1"/>
              <a:t>nucleotide</a:t>
            </a:r>
            <a:r>
              <a:rPr lang="pt-BR" sz="3200" noProof="0" dirty="0"/>
              <a:t> </a:t>
            </a:r>
            <a:r>
              <a:rPr lang="pt-BR" sz="3200" noProof="0" dirty="0" err="1"/>
              <a:t>having</a:t>
            </a:r>
            <a:r>
              <a:rPr lang="pt-BR" sz="3200" noProof="0" dirty="0"/>
              <a:t> </a:t>
            </a:r>
            <a:r>
              <a:rPr lang="pt-BR" sz="3200" noProof="0" dirty="0" err="1"/>
              <a:t>occurred</a:t>
            </a:r>
            <a:r>
              <a:rPr lang="pt-BR" sz="3200" noProof="0" dirty="0"/>
              <a:t> in </a:t>
            </a:r>
            <a:r>
              <a:rPr lang="pt-BR" sz="3200" noProof="0" dirty="0" err="1"/>
              <a:t>each</a:t>
            </a:r>
            <a:r>
              <a:rPr lang="pt-BR" sz="3200" noProof="0" dirty="0"/>
              <a:t> </a:t>
            </a:r>
            <a:r>
              <a:rPr lang="pt-BR" sz="3200" noProof="0" dirty="0" err="1"/>
              <a:t>internal</a:t>
            </a:r>
            <a:r>
              <a:rPr lang="pt-BR" sz="3200" noProof="0" dirty="0"/>
              <a:t> node</a:t>
            </a:r>
          </a:p>
          <a:p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18633441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6981D-522E-F747-91E3-4B37913B386B}"/>
              </a:ext>
            </a:extLst>
          </p:cNvPr>
          <p:cNvSpPr txBox="1"/>
          <p:nvPr/>
        </p:nvSpPr>
        <p:spPr>
          <a:xfrm>
            <a:off x="380412" y="1972773"/>
            <a:ext cx="1143117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3200" noProof="0" dirty="0"/>
          </a:p>
          <a:p>
            <a:r>
              <a:rPr lang="pt-BR" sz="3200" noProof="0" dirty="0"/>
              <a:t>The ML </a:t>
            </a:r>
            <a:r>
              <a:rPr lang="pt-BR" sz="3200" noProof="0" dirty="0" err="1"/>
              <a:t>analysis</a:t>
            </a:r>
            <a:r>
              <a:rPr lang="pt-BR" sz="3200" noProof="0" dirty="0"/>
              <a:t> does </a:t>
            </a:r>
            <a:r>
              <a:rPr lang="pt-BR" sz="3200" noProof="0" dirty="0" err="1"/>
              <a:t>not</a:t>
            </a:r>
            <a:r>
              <a:rPr lang="pt-BR" sz="3200" noProof="0" dirty="0"/>
              <a:t> </a:t>
            </a:r>
            <a:r>
              <a:rPr lang="pt-BR" sz="3200" noProof="0" dirty="0" err="1"/>
              <a:t>estimate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topology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tree</a:t>
            </a:r>
            <a:r>
              <a:rPr lang="pt-BR" sz="3200" noProof="0" dirty="0"/>
              <a:t> </a:t>
            </a:r>
            <a:r>
              <a:rPr lang="pt-BR" sz="3200" noProof="0" dirty="0" err="1"/>
              <a:t>itself</a:t>
            </a:r>
            <a:r>
              <a:rPr lang="pt-BR" sz="3200" noProof="0" dirty="0"/>
              <a:t>, </a:t>
            </a:r>
            <a:r>
              <a:rPr lang="pt-BR" sz="3200" noProof="0" dirty="0" err="1"/>
              <a:t>but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branch</a:t>
            </a:r>
            <a:r>
              <a:rPr lang="pt-BR" sz="3200" noProof="0" dirty="0"/>
              <a:t> </a:t>
            </a:r>
            <a:r>
              <a:rPr lang="pt-BR" sz="3200" noProof="0" dirty="0" err="1"/>
              <a:t>lengths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all</a:t>
            </a:r>
            <a:r>
              <a:rPr lang="pt-BR" sz="3200" noProof="0" dirty="0"/>
              <a:t> </a:t>
            </a:r>
            <a:r>
              <a:rPr lang="pt-BR" sz="3200" noProof="0" dirty="0" err="1"/>
              <a:t>branches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tree</a:t>
            </a:r>
            <a:endParaRPr lang="pt-BR" sz="3200" noProof="0" dirty="0"/>
          </a:p>
          <a:p>
            <a:endParaRPr lang="pt-BR" sz="3200" noProof="0" dirty="0"/>
          </a:p>
          <a:p>
            <a:r>
              <a:rPr lang="pt-BR" sz="3200" noProof="0" dirty="0"/>
              <a:t>At </a:t>
            </a:r>
            <a:r>
              <a:rPr lang="pt-BR" sz="3200" noProof="0" dirty="0" err="1"/>
              <a:t>each</a:t>
            </a:r>
            <a:r>
              <a:rPr lang="pt-BR" sz="3200" noProof="0" dirty="0"/>
              <a:t> </a:t>
            </a:r>
            <a:r>
              <a:rPr lang="pt-BR" sz="3200" noProof="0" dirty="0" err="1"/>
              <a:t>iteration</a:t>
            </a:r>
            <a:r>
              <a:rPr lang="pt-BR" sz="3200" noProof="0" dirty="0"/>
              <a:t>,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branch</a:t>
            </a:r>
            <a:r>
              <a:rPr lang="pt-BR" sz="3200" noProof="0" dirty="0"/>
              <a:t> </a:t>
            </a:r>
            <a:r>
              <a:rPr lang="pt-BR" sz="3200" noProof="0" dirty="0" err="1"/>
              <a:t>lengths</a:t>
            </a:r>
            <a:r>
              <a:rPr lang="pt-BR" sz="3200" noProof="0" dirty="0"/>
              <a:t> </a:t>
            </a:r>
            <a:r>
              <a:rPr lang="pt-BR" sz="3200" noProof="0" dirty="0" err="1"/>
              <a:t>vary</a:t>
            </a:r>
            <a:r>
              <a:rPr lang="pt-BR" sz="3200" noProof="0" dirty="0"/>
              <a:t> and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likelihood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each</a:t>
            </a:r>
            <a:r>
              <a:rPr lang="pt-BR" sz="3200" noProof="0" dirty="0"/>
              <a:t> particular </a:t>
            </a:r>
            <a:r>
              <a:rPr lang="pt-BR" sz="3200" noProof="0" dirty="0" err="1"/>
              <a:t>topology</a:t>
            </a:r>
            <a:r>
              <a:rPr lang="pt-BR" sz="3200" noProof="0" dirty="0"/>
              <a:t>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calculated</a:t>
            </a:r>
            <a:endParaRPr lang="pt-BR" sz="3200" noProof="0" dirty="0"/>
          </a:p>
          <a:p>
            <a:endParaRPr lang="pt-BR" sz="3200" noProof="0" dirty="0"/>
          </a:p>
          <a:p>
            <a:r>
              <a:rPr lang="pt-BR" sz="3200" noProof="0" dirty="0"/>
              <a:t>The </a:t>
            </a:r>
            <a:r>
              <a:rPr lang="pt-BR" sz="3200" noProof="0" dirty="0" err="1"/>
              <a:t>topology</a:t>
            </a:r>
            <a:r>
              <a:rPr lang="pt-BR" sz="3200" noProof="0" dirty="0"/>
              <a:t> </a:t>
            </a:r>
            <a:r>
              <a:rPr lang="pt-BR" sz="3200" noProof="0" dirty="0" err="1"/>
              <a:t>with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better</a:t>
            </a:r>
            <a:r>
              <a:rPr lang="pt-BR" sz="3200" noProof="0" dirty="0"/>
              <a:t> </a:t>
            </a:r>
            <a:r>
              <a:rPr lang="pt-BR" sz="3200" noProof="0" dirty="0" err="1"/>
              <a:t>likelihood</a:t>
            </a:r>
            <a:r>
              <a:rPr lang="pt-BR" sz="3200" noProof="0" dirty="0"/>
              <a:t>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then</a:t>
            </a:r>
            <a:r>
              <a:rPr lang="pt-BR" sz="3200" noProof="0" dirty="0"/>
              <a:t> </a:t>
            </a:r>
            <a:r>
              <a:rPr lang="pt-BR" sz="3200" noProof="0" dirty="0" err="1"/>
              <a:t>chosen</a:t>
            </a:r>
            <a:r>
              <a:rPr lang="pt-BR" sz="3200" noProof="0" dirty="0"/>
              <a:t>! </a:t>
            </a:r>
          </a:p>
          <a:p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12915385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Maximum</a:t>
            </a:r>
            <a:r>
              <a:rPr lang="pt-BR" sz="4800" noProof="0" dirty="0"/>
              <a:t> </a:t>
            </a:r>
            <a:r>
              <a:rPr lang="pt-BR" sz="4800" noProof="0" dirty="0" err="1"/>
              <a:t>Likelihood</a:t>
            </a:r>
            <a:endParaRPr lang="pt-BR" sz="4800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663AB2-715F-5541-99CF-F7E479754004}"/>
              </a:ext>
            </a:extLst>
          </p:cNvPr>
          <p:cNvCxnSpPr/>
          <p:nvPr/>
        </p:nvCxnSpPr>
        <p:spPr>
          <a:xfrm flipH="1">
            <a:off x="8663356" y="3179050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9D5ADF-23EE-194D-89A8-8E80ABA644EC}"/>
              </a:ext>
            </a:extLst>
          </p:cNvPr>
          <p:cNvCxnSpPr>
            <a:cxnSpLocks/>
          </p:cNvCxnSpPr>
          <p:nvPr/>
        </p:nvCxnSpPr>
        <p:spPr>
          <a:xfrm flipH="1">
            <a:off x="8663356" y="4208780"/>
            <a:ext cx="1771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AB81B1-AA08-A445-9A0E-45B17F9F20B1}"/>
              </a:ext>
            </a:extLst>
          </p:cNvPr>
          <p:cNvCxnSpPr/>
          <p:nvPr/>
        </p:nvCxnSpPr>
        <p:spPr>
          <a:xfrm flipH="1">
            <a:off x="8663356" y="5308531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80E1D3-A9FE-984A-B7F7-F2AEB3BF3523}"/>
              </a:ext>
            </a:extLst>
          </p:cNvPr>
          <p:cNvCxnSpPr>
            <a:cxnSpLocks/>
          </p:cNvCxnSpPr>
          <p:nvPr/>
        </p:nvCxnSpPr>
        <p:spPr>
          <a:xfrm>
            <a:off x="8663356" y="4208780"/>
            <a:ext cx="1" cy="1099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9C2555-18E4-B44C-807B-B024F3303677}"/>
              </a:ext>
            </a:extLst>
          </p:cNvPr>
          <p:cNvCxnSpPr>
            <a:cxnSpLocks/>
          </p:cNvCxnSpPr>
          <p:nvPr/>
        </p:nvCxnSpPr>
        <p:spPr>
          <a:xfrm flipH="1">
            <a:off x="8663356" y="2132844"/>
            <a:ext cx="17711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48F79-C92F-B349-A0A7-1CB96B732D1D}"/>
              </a:ext>
            </a:extLst>
          </p:cNvPr>
          <p:cNvCxnSpPr>
            <a:cxnSpLocks/>
          </p:cNvCxnSpPr>
          <p:nvPr/>
        </p:nvCxnSpPr>
        <p:spPr>
          <a:xfrm flipH="1">
            <a:off x="7587441" y="2636951"/>
            <a:ext cx="10295" cy="2175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79538A-33A5-E54F-B6F1-CF1ACBC24211}"/>
              </a:ext>
            </a:extLst>
          </p:cNvPr>
          <p:cNvCxnSpPr>
            <a:cxnSpLocks/>
          </p:cNvCxnSpPr>
          <p:nvPr/>
        </p:nvCxnSpPr>
        <p:spPr>
          <a:xfrm flipH="1">
            <a:off x="8675942" y="2114309"/>
            <a:ext cx="1" cy="1064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D900F4-CDD3-2943-9C4F-C50EE78A13ED}"/>
              </a:ext>
            </a:extLst>
          </p:cNvPr>
          <p:cNvCxnSpPr>
            <a:cxnSpLocks/>
          </p:cNvCxnSpPr>
          <p:nvPr/>
        </p:nvCxnSpPr>
        <p:spPr>
          <a:xfrm flipH="1">
            <a:off x="7593315" y="2636951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2596E1-77A5-6549-9D67-55F009EA1400}"/>
              </a:ext>
            </a:extLst>
          </p:cNvPr>
          <p:cNvCxnSpPr>
            <a:cxnSpLocks/>
          </p:cNvCxnSpPr>
          <p:nvPr/>
        </p:nvCxnSpPr>
        <p:spPr>
          <a:xfrm flipH="1">
            <a:off x="7569913" y="4803015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ABF78E-0801-404A-A754-5848FFC7AC75}"/>
              </a:ext>
            </a:extLst>
          </p:cNvPr>
          <p:cNvSpPr txBox="1"/>
          <p:nvPr/>
        </p:nvSpPr>
        <p:spPr>
          <a:xfrm>
            <a:off x="10461591" y="1671179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A</a:t>
            </a:r>
            <a:endParaRPr lang="pt-BR" b="1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17D83-A6A9-B246-84A9-01FEF32DDEAC}"/>
              </a:ext>
            </a:extLst>
          </p:cNvPr>
          <p:cNvSpPr txBox="1"/>
          <p:nvPr/>
        </p:nvSpPr>
        <p:spPr>
          <a:xfrm>
            <a:off x="10450443" y="2717385"/>
            <a:ext cx="604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B</a:t>
            </a:r>
            <a:endParaRPr lang="pt-BR" b="1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A389B-0B83-814F-BBA1-2F37F0AA578A}"/>
              </a:ext>
            </a:extLst>
          </p:cNvPr>
          <p:cNvSpPr txBox="1"/>
          <p:nvPr/>
        </p:nvSpPr>
        <p:spPr>
          <a:xfrm>
            <a:off x="10441125" y="3747115"/>
            <a:ext cx="551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C</a:t>
            </a:r>
            <a:endParaRPr lang="pt-BR" b="1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5686C-D123-3145-86B4-BFD5581CD487}"/>
              </a:ext>
            </a:extLst>
          </p:cNvPr>
          <p:cNvSpPr txBox="1"/>
          <p:nvPr/>
        </p:nvSpPr>
        <p:spPr>
          <a:xfrm>
            <a:off x="10441124" y="4846866"/>
            <a:ext cx="620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D</a:t>
            </a:r>
            <a:endParaRPr lang="pt-BR" b="1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AE4D0-75EC-E54A-9CFC-A870F9360413}"/>
              </a:ext>
            </a:extLst>
          </p:cNvPr>
          <p:cNvSpPr txBox="1"/>
          <p:nvPr/>
        </p:nvSpPr>
        <p:spPr>
          <a:xfrm>
            <a:off x="8294679" y="4812743"/>
            <a:ext cx="59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F191EA-A362-7D4A-99AC-B560B950CB94}"/>
              </a:ext>
            </a:extLst>
          </p:cNvPr>
          <p:cNvSpPr txBox="1"/>
          <p:nvPr/>
        </p:nvSpPr>
        <p:spPr>
          <a:xfrm>
            <a:off x="8186193" y="2642556"/>
            <a:ext cx="59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3F985-BE2B-1E42-AADC-EB8946973A63}"/>
              </a:ext>
            </a:extLst>
          </p:cNvPr>
          <p:cNvSpPr txBox="1"/>
          <p:nvPr/>
        </p:nvSpPr>
        <p:spPr>
          <a:xfrm>
            <a:off x="299330" y="1855962"/>
            <a:ext cx="57966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 err="1"/>
              <a:t>Support</a:t>
            </a:r>
            <a:r>
              <a:rPr lang="pt-BR" sz="2800" noProof="0" dirty="0"/>
              <a:t> </a:t>
            </a:r>
            <a:r>
              <a:rPr lang="pt-BR" sz="2800" noProof="0" dirty="0" err="1"/>
              <a:t>values</a:t>
            </a:r>
            <a:r>
              <a:rPr lang="pt-BR" sz="2800" noProof="0" dirty="0"/>
              <a:t> in a ML </a:t>
            </a:r>
            <a:r>
              <a:rPr lang="pt-BR" sz="2800" noProof="0" dirty="0" err="1"/>
              <a:t>tree</a:t>
            </a:r>
            <a:r>
              <a:rPr lang="pt-BR" sz="2800" noProof="0" dirty="0"/>
              <a:t> are </a:t>
            </a:r>
            <a:r>
              <a:rPr lang="pt-BR" sz="2800" noProof="0" dirty="0" err="1"/>
              <a:t>bootstrap</a:t>
            </a:r>
            <a:r>
              <a:rPr lang="pt-BR" sz="2800" noProof="0" dirty="0"/>
              <a:t> </a:t>
            </a:r>
            <a:r>
              <a:rPr lang="pt-BR" sz="2800" noProof="0" dirty="0" err="1"/>
              <a:t>values</a:t>
            </a:r>
            <a:endParaRPr lang="pt-BR" sz="2800" noProof="0" dirty="0"/>
          </a:p>
          <a:p>
            <a:endParaRPr lang="pt-BR" sz="2800" noProof="0" dirty="0"/>
          </a:p>
          <a:p>
            <a:r>
              <a:rPr lang="pt-BR" sz="2800" noProof="0" dirty="0"/>
              <a:t>The </a:t>
            </a:r>
            <a:r>
              <a:rPr lang="pt-BR" sz="2800" noProof="0" dirty="0" err="1"/>
              <a:t>bootstrap</a:t>
            </a:r>
            <a:r>
              <a:rPr lang="pt-BR" sz="2800" noProof="0" dirty="0"/>
              <a:t> procedure </a:t>
            </a:r>
            <a:r>
              <a:rPr lang="pt-BR" sz="2800" noProof="0" dirty="0" err="1"/>
              <a:t>resamples</a:t>
            </a:r>
            <a:r>
              <a:rPr lang="pt-BR" sz="2800" noProof="0" dirty="0"/>
              <a:t> </a:t>
            </a:r>
            <a:r>
              <a:rPr lang="pt-BR" sz="2800" noProof="0" dirty="0" err="1"/>
              <a:t>all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characters</a:t>
            </a:r>
            <a:r>
              <a:rPr lang="pt-BR" sz="2800" noProof="0" dirty="0"/>
              <a:t> in a </a:t>
            </a:r>
            <a:r>
              <a:rPr lang="pt-BR" sz="2800" noProof="0" dirty="0" err="1"/>
              <a:t>matrix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reassembled</a:t>
            </a:r>
            <a:r>
              <a:rPr lang="pt-BR" sz="2800" noProof="0" dirty="0"/>
              <a:t> a new </a:t>
            </a:r>
            <a:r>
              <a:rPr lang="pt-BR" sz="2800" noProof="0" dirty="0" err="1"/>
              <a:t>matrix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same</a:t>
            </a:r>
            <a:r>
              <a:rPr lang="pt-BR" sz="2800" noProof="0" dirty="0"/>
              <a:t> </a:t>
            </a:r>
            <a:r>
              <a:rPr lang="pt-BR" sz="2800" noProof="0" dirty="0" err="1"/>
              <a:t>size</a:t>
            </a:r>
            <a:r>
              <a:rPr lang="pt-BR" sz="2800" noProof="0" dirty="0"/>
              <a:t>, </a:t>
            </a:r>
            <a:r>
              <a:rPr lang="pt-BR" sz="2800" noProof="0" dirty="0" err="1"/>
              <a:t>allowing</a:t>
            </a:r>
            <a:r>
              <a:rPr lang="pt-BR" sz="2800" noProof="0" dirty="0"/>
              <a:t> </a:t>
            </a:r>
            <a:r>
              <a:rPr lang="pt-BR" sz="2800" noProof="0" dirty="0" err="1"/>
              <a:t>reposition</a:t>
            </a:r>
            <a:endParaRPr lang="pt-BR" sz="2800" noProof="0" dirty="0"/>
          </a:p>
          <a:p>
            <a:endParaRPr lang="pt-BR" sz="2800" noProof="0" dirty="0"/>
          </a:p>
          <a:p>
            <a:r>
              <a:rPr lang="pt-BR" sz="2800" noProof="0" dirty="0" err="1"/>
              <a:t>Evaluates</a:t>
            </a:r>
            <a:r>
              <a:rPr lang="pt-BR" sz="2800" noProof="0" dirty="0"/>
              <a:t> </a:t>
            </a:r>
            <a:r>
              <a:rPr lang="pt-BR" sz="2800" noProof="0" dirty="0" err="1"/>
              <a:t>how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hypothesis</a:t>
            </a:r>
            <a:r>
              <a:rPr lang="pt-BR" sz="2800" noProof="0" dirty="0"/>
              <a:t> </a:t>
            </a:r>
            <a:r>
              <a:rPr lang="pt-BR" sz="2800" noProof="0" dirty="0" err="1"/>
              <a:t>holds</a:t>
            </a:r>
            <a:r>
              <a:rPr lang="pt-BR" sz="2800" noProof="0" dirty="0"/>
              <a:t> </a:t>
            </a:r>
            <a:r>
              <a:rPr lang="pt-BR" sz="2800" noProof="0" dirty="0" err="1"/>
              <a:t>up</a:t>
            </a:r>
            <a:r>
              <a:rPr lang="pt-BR" sz="2800" noProof="0" dirty="0"/>
              <a:t> </a:t>
            </a:r>
            <a:r>
              <a:rPr lang="pt-BR" sz="2800" noProof="0" dirty="0" err="1"/>
              <a:t>at</a:t>
            </a:r>
            <a:r>
              <a:rPr lang="pt-BR" sz="2800" noProof="0" dirty="0"/>
              <a:t> </a:t>
            </a:r>
            <a:r>
              <a:rPr lang="pt-BR" sz="2800" noProof="0" dirty="0" err="1"/>
              <a:t>each</a:t>
            </a:r>
            <a:r>
              <a:rPr lang="pt-BR" sz="2800" noProof="0" dirty="0"/>
              <a:t> new </a:t>
            </a:r>
            <a:r>
              <a:rPr lang="pt-BR" sz="2800" noProof="0" dirty="0" err="1"/>
              <a:t>iteration</a:t>
            </a: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14481015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535D62-6030-BB45-97A5-B7D19602F703}"/>
              </a:ext>
            </a:extLst>
          </p:cNvPr>
          <p:cNvGrpSpPr/>
          <p:nvPr/>
        </p:nvGrpSpPr>
        <p:grpSpPr>
          <a:xfrm>
            <a:off x="2871399" y="4409461"/>
            <a:ext cx="6449201" cy="1754326"/>
            <a:chOff x="2091789" y="3121896"/>
            <a:chExt cx="6449201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5F2270-7790-9C43-873E-BF99E8ED8133}"/>
                </a:ext>
              </a:extLst>
            </p:cNvPr>
            <p:cNvSpPr txBox="1"/>
            <p:nvPr/>
          </p:nvSpPr>
          <p:spPr>
            <a:xfrm>
              <a:off x="2091789" y="3121896"/>
              <a:ext cx="6449201" cy="17543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pt-BR" sz="5400" noProof="0" dirty="0"/>
                <a:t>P(H|D) = P(D|H) . P(H)</a:t>
              </a:r>
            </a:p>
            <a:p>
              <a:r>
                <a:rPr lang="pt-BR" sz="5400" noProof="0" dirty="0"/>
                <a:t>                        P(D)  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4C52-9208-FA48-AEB0-0D1751FAF63F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57" y="4025953"/>
              <a:ext cx="3654096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F879ED-AEFC-AD46-B639-62CE6E15C935}"/>
              </a:ext>
            </a:extLst>
          </p:cNvPr>
          <p:cNvSpPr txBox="1"/>
          <p:nvPr/>
        </p:nvSpPr>
        <p:spPr>
          <a:xfrm>
            <a:off x="380412" y="2397091"/>
            <a:ext cx="114311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noProof="0" dirty="0" err="1"/>
              <a:t>Subjective</a:t>
            </a:r>
            <a:r>
              <a:rPr lang="pt-BR" sz="3200" noProof="0" dirty="0"/>
              <a:t> </a:t>
            </a:r>
            <a:r>
              <a:rPr lang="pt-BR" sz="3200" noProof="0" dirty="0" err="1"/>
              <a:t>vision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: </a:t>
            </a:r>
            <a:r>
              <a:rPr lang="pt-BR" sz="3200" noProof="0" dirty="0" err="1"/>
              <a:t>derived</a:t>
            </a:r>
            <a:r>
              <a:rPr lang="pt-BR" sz="3200" noProof="0" dirty="0"/>
              <a:t> </a:t>
            </a:r>
            <a:r>
              <a:rPr lang="pt-BR" sz="3200" noProof="0" dirty="0" err="1"/>
              <a:t>from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individual’s</a:t>
            </a:r>
            <a:r>
              <a:rPr lang="pt-BR" sz="3200" noProof="0" dirty="0"/>
              <a:t> </a:t>
            </a:r>
            <a:r>
              <a:rPr lang="pt-BR" sz="3200" noProof="0" dirty="0" err="1"/>
              <a:t>judgement</a:t>
            </a:r>
            <a:r>
              <a:rPr lang="pt-BR" sz="3200" noProof="0" dirty="0"/>
              <a:t> </a:t>
            </a:r>
            <a:r>
              <a:rPr lang="pt-BR" sz="3200" noProof="0" dirty="0" err="1"/>
              <a:t>or</a:t>
            </a:r>
            <a:r>
              <a:rPr lang="pt-BR" sz="3200" noProof="0" dirty="0"/>
              <a:t> </a:t>
            </a:r>
            <a:r>
              <a:rPr lang="pt-BR" sz="3200" noProof="0" dirty="0" err="1"/>
              <a:t>experience</a:t>
            </a:r>
            <a:r>
              <a:rPr lang="pt-BR" sz="3200" noProof="0" dirty="0"/>
              <a:t> </a:t>
            </a:r>
            <a:r>
              <a:rPr lang="pt-BR" sz="3200" noProof="0" dirty="0" err="1"/>
              <a:t>about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likelihood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an</a:t>
            </a:r>
            <a:r>
              <a:rPr lang="pt-BR" sz="3200" noProof="0" dirty="0"/>
              <a:t> </a:t>
            </a:r>
            <a:r>
              <a:rPr lang="pt-BR" sz="3200" noProof="0" dirty="0" err="1"/>
              <a:t>event</a:t>
            </a:r>
            <a:r>
              <a:rPr lang="pt-BR" sz="3200" noProof="0" dirty="0"/>
              <a:t> </a:t>
            </a:r>
            <a:r>
              <a:rPr lang="pt-BR" sz="3200" noProof="0" dirty="0" err="1"/>
              <a:t>to</a:t>
            </a:r>
            <a:r>
              <a:rPr lang="pt-BR" sz="3200" noProof="0" dirty="0"/>
              <a:t> </a:t>
            </a:r>
            <a:r>
              <a:rPr lang="pt-BR" sz="3200" noProof="0" dirty="0" err="1"/>
              <a:t>occur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8638220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535D62-6030-BB45-97A5-B7D19602F703}"/>
              </a:ext>
            </a:extLst>
          </p:cNvPr>
          <p:cNvGrpSpPr/>
          <p:nvPr/>
        </p:nvGrpSpPr>
        <p:grpSpPr>
          <a:xfrm>
            <a:off x="2871399" y="3257994"/>
            <a:ext cx="6449201" cy="1754326"/>
            <a:chOff x="2091789" y="3121896"/>
            <a:chExt cx="6449201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5F2270-7790-9C43-873E-BF99E8ED8133}"/>
                </a:ext>
              </a:extLst>
            </p:cNvPr>
            <p:cNvSpPr txBox="1"/>
            <p:nvPr/>
          </p:nvSpPr>
          <p:spPr>
            <a:xfrm>
              <a:off x="2091789" y="3121896"/>
              <a:ext cx="6449201" cy="17543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pt-BR" sz="5400" noProof="0" dirty="0"/>
                <a:t>P(H|D) = P(D|H) . P(H)</a:t>
              </a:r>
            </a:p>
            <a:p>
              <a:r>
                <a:rPr lang="pt-BR" sz="5400" noProof="0" dirty="0"/>
                <a:t>                        P(D)  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4C52-9208-FA48-AEB0-0D1751FAF63F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57" y="4025953"/>
              <a:ext cx="3654096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D4AED2-F386-0A49-A7C7-2463C63B13BE}"/>
              </a:ext>
            </a:extLst>
          </p:cNvPr>
          <p:cNvSpPr txBox="1"/>
          <p:nvPr/>
        </p:nvSpPr>
        <p:spPr>
          <a:xfrm>
            <a:off x="5808133" y="1583742"/>
            <a:ext cx="1794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 err="1"/>
              <a:t>Likelihood</a:t>
            </a:r>
            <a:r>
              <a:rPr lang="pt-BR" sz="2400" noProof="0" dirty="0"/>
              <a:t> </a:t>
            </a:r>
            <a:r>
              <a:rPr lang="pt-BR" sz="2400" noProof="0" dirty="0" err="1"/>
              <a:t>function</a:t>
            </a:r>
            <a:endParaRPr lang="pt-BR" sz="2400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60ADEC-7492-EE4C-B2B9-7D2C2C88D948}"/>
              </a:ext>
            </a:extLst>
          </p:cNvPr>
          <p:cNvCxnSpPr>
            <a:cxnSpLocks/>
          </p:cNvCxnSpPr>
          <p:nvPr/>
        </p:nvCxnSpPr>
        <p:spPr>
          <a:xfrm>
            <a:off x="6705600" y="2339994"/>
            <a:ext cx="0" cy="1000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814650-09F6-C04B-9499-3149AAA54291}"/>
              </a:ext>
            </a:extLst>
          </p:cNvPr>
          <p:cNvCxnSpPr>
            <a:cxnSpLocks/>
          </p:cNvCxnSpPr>
          <p:nvPr/>
        </p:nvCxnSpPr>
        <p:spPr>
          <a:xfrm flipH="1">
            <a:off x="8771467" y="2490268"/>
            <a:ext cx="812800" cy="8502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84D807-E020-044E-BBB9-0ED104ADCC66}"/>
              </a:ext>
            </a:extLst>
          </p:cNvPr>
          <p:cNvSpPr txBox="1"/>
          <p:nvPr/>
        </p:nvSpPr>
        <p:spPr>
          <a:xfrm>
            <a:off x="9584267" y="2058772"/>
            <a:ext cx="2600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Prior </a:t>
            </a:r>
            <a:r>
              <a:rPr lang="pt-BR" sz="2400" noProof="0" dirty="0" err="1"/>
              <a:t>probability</a:t>
            </a:r>
            <a:r>
              <a:rPr lang="pt-BR" sz="2400" noProof="0" dirty="0"/>
              <a:t> (</a:t>
            </a:r>
            <a:r>
              <a:rPr lang="pt-BR" sz="2400" noProof="0" dirty="0" err="1"/>
              <a:t>judgment</a:t>
            </a:r>
            <a:r>
              <a:rPr lang="pt-BR" sz="2400" noProof="0" dirty="0"/>
              <a:t> </a:t>
            </a:r>
            <a:r>
              <a:rPr lang="pt-BR" sz="2400" noProof="0" dirty="0" err="1"/>
              <a:t>without</a:t>
            </a:r>
            <a:r>
              <a:rPr lang="pt-BR" sz="2400" noProof="0" dirty="0"/>
              <a:t> </a:t>
            </a:r>
            <a:r>
              <a:rPr lang="pt-BR" sz="2400" noProof="0" dirty="0" err="1"/>
              <a:t>knowing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data)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F580BC-9613-AF4E-9328-8C558536DA2D}"/>
              </a:ext>
            </a:extLst>
          </p:cNvPr>
          <p:cNvCxnSpPr>
            <a:cxnSpLocks/>
          </p:cNvCxnSpPr>
          <p:nvPr/>
        </p:nvCxnSpPr>
        <p:spPr>
          <a:xfrm flipV="1">
            <a:off x="1973933" y="4162051"/>
            <a:ext cx="1101801" cy="8502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E96941-F79B-CE4F-9BB5-F4C23F30CA5A}"/>
              </a:ext>
            </a:extLst>
          </p:cNvPr>
          <p:cNvSpPr txBox="1"/>
          <p:nvPr/>
        </p:nvSpPr>
        <p:spPr>
          <a:xfrm>
            <a:off x="644624" y="5043814"/>
            <a:ext cx="2168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Posterior </a:t>
            </a:r>
            <a:r>
              <a:rPr lang="pt-BR" sz="2400" noProof="0" dirty="0" err="1"/>
              <a:t>probability</a:t>
            </a:r>
            <a:endParaRPr lang="pt-BR" sz="2400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176105-F8F4-7D4D-9BAF-10361C170170}"/>
              </a:ext>
            </a:extLst>
          </p:cNvPr>
          <p:cNvCxnSpPr>
            <a:cxnSpLocks/>
          </p:cNvCxnSpPr>
          <p:nvPr/>
        </p:nvCxnSpPr>
        <p:spPr>
          <a:xfrm flipH="1" flipV="1">
            <a:off x="7601201" y="4883678"/>
            <a:ext cx="594532" cy="6249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0FE70F-2B99-1048-ABE3-9F6E99C6753C}"/>
              </a:ext>
            </a:extLst>
          </p:cNvPr>
          <p:cNvSpPr txBox="1"/>
          <p:nvPr/>
        </p:nvSpPr>
        <p:spPr>
          <a:xfrm>
            <a:off x="7209916" y="5479892"/>
            <a:ext cx="2168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Marginal </a:t>
            </a:r>
            <a:r>
              <a:rPr lang="pt-BR" sz="2400" noProof="0" dirty="0" err="1"/>
              <a:t>probability</a:t>
            </a:r>
            <a:r>
              <a:rPr lang="pt-BR" sz="2400" noProof="0" dirty="0"/>
              <a:t> </a:t>
            </a:r>
            <a:r>
              <a:rPr lang="pt-BR" sz="2400" noProof="0" dirty="0" err="1"/>
              <a:t>of</a:t>
            </a:r>
            <a:r>
              <a:rPr lang="pt-BR" sz="2400" noProof="0" dirty="0"/>
              <a:t> </a:t>
            </a:r>
            <a:r>
              <a:rPr lang="pt-BR" sz="2400" noProof="0" dirty="0" err="1"/>
              <a:t>the</a:t>
            </a:r>
            <a:r>
              <a:rPr lang="pt-BR" sz="2400" noProof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0539814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535D62-6030-BB45-97A5-B7D19602F703}"/>
              </a:ext>
            </a:extLst>
          </p:cNvPr>
          <p:cNvGrpSpPr/>
          <p:nvPr/>
        </p:nvGrpSpPr>
        <p:grpSpPr>
          <a:xfrm>
            <a:off x="2871399" y="1988270"/>
            <a:ext cx="6449201" cy="1754326"/>
            <a:chOff x="2091789" y="3121896"/>
            <a:chExt cx="6449201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5F2270-7790-9C43-873E-BF99E8ED8133}"/>
                </a:ext>
              </a:extLst>
            </p:cNvPr>
            <p:cNvSpPr txBox="1"/>
            <p:nvPr/>
          </p:nvSpPr>
          <p:spPr>
            <a:xfrm>
              <a:off x="2091789" y="3121896"/>
              <a:ext cx="6449201" cy="17543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pt-BR" sz="5400" noProof="0" dirty="0"/>
                <a:t>P(H|D) = P(D|H) . P(H)</a:t>
              </a:r>
            </a:p>
            <a:p>
              <a:r>
                <a:rPr lang="pt-BR" sz="5400" noProof="0" dirty="0"/>
                <a:t>                        P(D)  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4C52-9208-FA48-AEB0-0D1751FAF63F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57" y="4025953"/>
              <a:ext cx="3654096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F879ED-AEFC-AD46-B639-62CE6E15C935}"/>
              </a:ext>
            </a:extLst>
          </p:cNvPr>
          <p:cNvSpPr txBox="1"/>
          <p:nvPr/>
        </p:nvSpPr>
        <p:spPr>
          <a:xfrm>
            <a:off x="380412" y="4378366"/>
            <a:ext cx="114311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noProof="0" dirty="0"/>
              <a:t>When </a:t>
            </a:r>
            <a:r>
              <a:rPr lang="pt-BR" sz="3200" noProof="0" dirty="0" err="1"/>
              <a:t>testing</a:t>
            </a:r>
            <a:r>
              <a:rPr lang="pt-BR" sz="3200" noProof="0" dirty="0"/>
              <a:t> </a:t>
            </a:r>
            <a:r>
              <a:rPr lang="pt-BR" sz="3200" noProof="0" dirty="0" err="1"/>
              <a:t>scientific</a:t>
            </a:r>
            <a:r>
              <a:rPr lang="pt-BR" sz="3200" noProof="0" dirty="0"/>
              <a:t> </a:t>
            </a:r>
            <a:r>
              <a:rPr lang="pt-BR" sz="3200" noProof="0" dirty="0" err="1"/>
              <a:t>hypothesis</a:t>
            </a:r>
            <a:r>
              <a:rPr lang="pt-BR" sz="3200" noProof="0" dirty="0"/>
              <a:t>, </a:t>
            </a:r>
            <a:r>
              <a:rPr lang="pt-BR" sz="3200" noProof="0" dirty="0" err="1"/>
              <a:t>we</a:t>
            </a:r>
            <a:r>
              <a:rPr lang="pt-BR" sz="3200" noProof="0" dirty="0"/>
              <a:t> look </a:t>
            </a:r>
            <a:r>
              <a:rPr lang="pt-BR" sz="3200" noProof="0" dirty="0" err="1"/>
              <a:t>to</a:t>
            </a:r>
            <a:r>
              <a:rPr lang="pt-BR" sz="3200" noProof="0" dirty="0"/>
              <a:t> </a:t>
            </a:r>
            <a:r>
              <a:rPr lang="pt-BR" sz="3200" noProof="0" dirty="0" err="1"/>
              <a:t>know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a </a:t>
            </a:r>
            <a:r>
              <a:rPr lang="pt-BR" sz="3200" noProof="0" dirty="0" err="1"/>
              <a:t>hypothesis</a:t>
            </a:r>
            <a:r>
              <a:rPr lang="pt-BR" sz="3200" noProof="0" dirty="0"/>
              <a:t> </a:t>
            </a:r>
            <a:r>
              <a:rPr lang="pt-BR" sz="3200" noProof="0" dirty="0" err="1"/>
              <a:t>considering</a:t>
            </a:r>
            <a:r>
              <a:rPr lang="pt-BR" sz="3200" noProof="0" dirty="0"/>
              <a:t> </a:t>
            </a:r>
            <a:r>
              <a:rPr lang="pt-BR" sz="3200" noProof="0" dirty="0" err="1"/>
              <a:t>that</a:t>
            </a:r>
            <a:r>
              <a:rPr lang="pt-BR" sz="3200" noProof="0" dirty="0"/>
              <a:t> </a:t>
            </a:r>
            <a:r>
              <a:rPr lang="pt-BR" sz="3200" noProof="0" dirty="0" err="1"/>
              <a:t>our</a:t>
            </a:r>
            <a:r>
              <a:rPr lang="pt-BR" sz="3200" noProof="0" dirty="0"/>
              <a:t> data </a:t>
            </a:r>
            <a:r>
              <a:rPr lang="pt-BR" sz="3200" noProof="0" dirty="0" err="1"/>
              <a:t>is</a:t>
            </a:r>
            <a:r>
              <a:rPr lang="pt-BR" sz="3200" noProof="0" dirty="0"/>
              <a:t> </a:t>
            </a:r>
            <a:r>
              <a:rPr lang="pt-BR" sz="3200" noProof="0" dirty="0" err="1"/>
              <a:t>true</a:t>
            </a:r>
            <a:r>
              <a:rPr lang="pt-BR" sz="3200" noProof="0" dirty="0"/>
              <a:t> [P(H|D)]</a:t>
            </a:r>
          </a:p>
        </p:txBody>
      </p:sp>
    </p:spTree>
    <p:extLst>
      <p:ext uri="{BB962C8B-B14F-4D97-AF65-F5344CB8AC3E}">
        <p14:creationId xmlns:p14="http://schemas.microsoft.com/office/powerpoint/2010/main" val="12923560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535D62-6030-BB45-97A5-B7D19602F703}"/>
              </a:ext>
            </a:extLst>
          </p:cNvPr>
          <p:cNvGrpSpPr/>
          <p:nvPr/>
        </p:nvGrpSpPr>
        <p:grpSpPr>
          <a:xfrm>
            <a:off x="2871399" y="1988270"/>
            <a:ext cx="6449201" cy="1754326"/>
            <a:chOff x="2091789" y="3121896"/>
            <a:chExt cx="6449201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5F2270-7790-9C43-873E-BF99E8ED8133}"/>
                </a:ext>
              </a:extLst>
            </p:cNvPr>
            <p:cNvSpPr txBox="1"/>
            <p:nvPr/>
          </p:nvSpPr>
          <p:spPr>
            <a:xfrm>
              <a:off x="2091789" y="3121896"/>
              <a:ext cx="6449201" cy="17543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pt-BR" sz="5400" noProof="0" dirty="0"/>
                <a:t>P(H|D) = P(D|H) . P(H)</a:t>
              </a:r>
            </a:p>
            <a:p>
              <a:r>
                <a:rPr lang="pt-BR" sz="5400" noProof="0" dirty="0"/>
                <a:t>                        P(D)  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4C52-9208-FA48-AEB0-0D1751FAF63F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57" y="4025953"/>
              <a:ext cx="3654096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F879ED-AEFC-AD46-B639-62CE6E15C935}"/>
              </a:ext>
            </a:extLst>
          </p:cNvPr>
          <p:cNvSpPr txBox="1"/>
          <p:nvPr/>
        </p:nvSpPr>
        <p:spPr>
          <a:xfrm>
            <a:off x="380412" y="4210648"/>
            <a:ext cx="11431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noProof="0" dirty="0" err="1"/>
              <a:t>Once</a:t>
            </a:r>
            <a:r>
              <a:rPr lang="pt-BR" sz="3200" noProof="0" dirty="0"/>
              <a:t> </a:t>
            </a:r>
            <a:r>
              <a:rPr lang="pt-BR" sz="3200" noProof="0" dirty="0" err="1"/>
              <a:t>we</a:t>
            </a:r>
            <a:r>
              <a:rPr lang="pt-BR" sz="3200" noProof="0" dirty="0"/>
              <a:t> </a:t>
            </a:r>
            <a:r>
              <a:rPr lang="pt-BR" sz="3200" noProof="0" dirty="0" err="1"/>
              <a:t>calculate</a:t>
            </a:r>
            <a:r>
              <a:rPr lang="pt-BR" sz="3200" noProof="0" dirty="0"/>
              <a:t> P(H|D), </a:t>
            </a:r>
            <a:r>
              <a:rPr lang="pt-BR" sz="3200" noProof="0" dirty="0" err="1"/>
              <a:t>we</a:t>
            </a:r>
            <a:r>
              <a:rPr lang="pt-BR" sz="3200" noProof="0" dirty="0"/>
              <a:t> </a:t>
            </a:r>
            <a:r>
              <a:rPr lang="pt-BR" sz="3200" noProof="0" dirty="0" err="1"/>
              <a:t>have</a:t>
            </a:r>
            <a:r>
              <a:rPr lang="pt-BR" sz="3200" noProof="0" dirty="0"/>
              <a:t> a new </a:t>
            </a:r>
            <a:r>
              <a:rPr lang="pt-BR" sz="3200" noProof="0" dirty="0" err="1"/>
              <a:t>knowledge</a:t>
            </a:r>
            <a:r>
              <a:rPr lang="pt-BR" sz="3200" noProof="0" dirty="0"/>
              <a:t> </a:t>
            </a:r>
            <a:r>
              <a:rPr lang="pt-BR" sz="3200" noProof="0" dirty="0" err="1"/>
              <a:t>about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hypothesis</a:t>
            </a:r>
            <a:endParaRPr lang="pt-BR" sz="3200" noProof="0" dirty="0"/>
          </a:p>
          <a:p>
            <a:pPr algn="ctr"/>
            <a:r>
              <a:rPr lang="pt-BR" sz="3200" noProof="0" dirty="0" err="1"/>
              <a:t>We</a:t>
            </a:r>
            <a:r>
              <a:rPr lang="pt-BR" sz="3200" noProof="0" dirty="0"/>
              <a:t> </a:t>
            </a:r>
            <a:r>
              <a:rPr lang="pt-BR" sz="3200" noProof="0" dirty="0" err="1"/>
              <a:t>can</a:t>
            </a:r>
            <a:r>
              <a:rPr lang="pt-BR" sz="3200" noProof="0" dirty="0"/>
              <a:t> </a:t>
            </a:r>
            <a:r>
              <a:rPr lang="pt-BR" sz="3200" noProof="0" dirty="0" err="1"/>
              <a:t>then</a:t>
            </a:r>
            <a:r>
              <a:rPr lang="pt-BR" sz="3200" noProof="0" dirty="0"/>
              <a:t> update </a:t>
            </a:r>
            <a:r>
              <a:rPr lang="pt-BR" sz="3200" noProof="0" dirty="0" err="1"/>
              <a:t>the</a:t>
            </a:r>
            <a:r>
              <a:rPr lang="pt-BR" sz="3200" noProof="0" dirty="0"/>
              <a:t> prior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[P(H)]</a:t>
            </a:r>
          </a:p>
        </p:txBody>
      </p:sp>
    </p:spTree>
    <p:extLst>
      <p:ext uri="{BB962C8B-B14F-4D97-AF65-F5344CB8AC3E}">
        <p14:creationId xmlns:p14="http://schemas.microsoft.com/office/powerpoint/2010/main" val="25056153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5229A5-49A1-0C42-AA6E-01ACAF1350E8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452443-6ECE-6A4C-B6CD-CFF2F7559F43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Statistical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Inference</a:t>
            </a:r>
            <a:r>
              <a:rPr lang="pt-BR" sz="3200" b="1" noProof="0" dirty="0"/>
              <a:t> </a:t>
            </a:r>
            <a:r>
              <a:rPr lang="pt-BR" sz="3200" b="1" noProof="0" dirty="0" err="1"/>
              <a:t>Methods</a:t>
            </a:r>
            <a:endParaRPr lang="pt-BR" sz="3200" b="1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9439C6-A73E-644D-97A8-450BCF7A3FC6}"/>
              </a:ext>
            </a:extLst>
          </p:cNvPr>
          <p:cNvSpPr/>
          <p:nvPr/>
        </p:nvSpPr>
        <p:spPr>
          <a:xfrm>
            <a:off x="2236582" y="767726"/>
            <a:ext cx="7718836" cy="584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noProof="0" dirty="0" err="1"/>
              <a:t>Bayesian</a:t>
            </a:r>
            <a:r>
              <a:rPr lang="pt-BR" sz="4800" noProof="0" dirty="0"/>
              <a:t> </a:t>
            </a:r>
            <a:r>
              <a:rPr lang="pt-BR" sz="4800" noProof="0" dirty="0" err="1"/>
              <a:t>Analysis</a:t>
            </a:r>
            <a:endParaRPr lang="pt-BR" sz="4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879ED-AEFC-AD46-B639-62CE6E15C935}"/>
              </a:ext>
            </a:extLst>
          </p:cNvPr>
          <p:cNvSpPr txBox="1"/>
          <p:nvPr/>
        </p:nvSpPr>
        <p:spPr>
          <a:xfrm>
            <a:off x="469751" y="2294455"/>
            <a:ext cx="5283200" cy="257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noProof="0" dirty="0"/>
              <a:t>In a </a:t>
            </a:r>
            <a:r>
              <a:rPr lang="pt-BR" sz="3200" noProof="0" dirty="0" err="1"/>
              <a:t>Bayesian</a:t>
            </a:r>
            <a:r>
              <a:rPr lang="pt-BR" sz="3200" noProof="0" dirty="0"/>
              <a:t> </a:t>
            </a:r>
            <a:r>
              <a:rPr lang="pt-BR" sz="3200" noProof="0" dirty="0" err="1"/>
              <a:t>tree</a:t>
            </a:r>
            <a:r>
              <a:rPr lang="pt-BR" sz="3200" noProof="0" dirty="0"/>
              <a:t>, </a:t>
            </a:r>
            <a:r>
              <a:rPr lang="pt-BR" sz="3200" noProof="0" dirty="0" err="1"/>
              <a:t>the</a:t>
            </a:r>
            <a:r>
              <a:rPr lang="pt-BR" sz="3200" noProof="0" dirty="0"/>
              <a:t> posterior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value</a:t>
            </a:r>
            <a:r>
              <a:rPr lang="pt-BR" sz="3200" noProof="0" dirty="0"/>
              <a:t> in </a:t>
            </a:r>
            <a:r>
              <a:rPr lang="pt-BR" sz="3200" noProof="0" dirty="0" err="1"/>
              <a:t>each</a:t>
            </a:r>
            <a:r>
              <a:rPr lang="pt-BR" sz="3200" noProof="0" dirty="0"/>
              <a:t> node </a:t>
            </a:r>
            <a:r>
              <a:rPr lang="pt-BR" sz="3200" noProof="0" dirty="0" err="1"/>
              <a:t>represents</a:t>
            </a:r>
            <a:r>
              <a:rPr lang="pt-BR" sz="3200" noProof="0" dirty="0"/>
              <a:t> </a:t>
            </a:r>
            <a:r>
              <a:rPr lang="pt-BR" sz="3200" noProof="0" dirty="0" err="1"/>
              <a:t>the</a:t>
            </a:r>
            <a:r>
              <a:rPr lang="pt-BR" sz="3200" noProof="0" dirty="0"/>
              <a:t> </a:t>
            </a:r>
            <a:r>
              <a:rPr lang="pt-BR" sz="3200" noProof="0" dirty="0" err="1"/>
              <a:t>probability</a:t>
            </a:r>
            <a:r>
              <a:rPr lang="pt-BR" sz="3200" noProof="0" dirty="0"/>
              <a:t> </a:t>
            </a:r>
            <a:r>
              <a:rPr lang="pt-BR" sz="3200" noProof="0" dirty="0" err="1"/>
              <a:t>of</a:t>
            </a:r>
            <a:r>
              <a:rPr lang="pt-BR" sz="3200" noProof="0" dirty="0"/>
              <a:t> </a:t>
            </a:r>
            <a:r>
              <a:rPr lang="pt-BR" sz="3200" noProof="0" dirty="0" err="1"/>
              <a:t>that</a:t>
            </a:r>
            <a:r>
              <a:rPr lang="pt-BR" sz="3200" noProof="0" dirty="0"/>
              <a:t> </a:t>
            </a:r>
            <a:r>
              <a:rPr lang="pt-BR" sz="3200" noProof="0" dirty="0" err="1"/>
              <a:t>clade</a:t>
            </a:r>
            <a:r>
              <a:rPr lang="pt-BR" sz="3200" noProof="0" dirty="0"/>
              <a:t> </a:t>
            </a:r>
            <a:r>
              <a:rPr lang="pt-BR" sz="3200" noProof="0" dirty="0" err="1"/>
              <a:t>considering</a:t>
            </a:r>
            <a:r>
              <a:rPr lang="pt-BR" sz="3200" noProof="0" dirty="0"/>
              <a:t> </a:t>
            </a:r>
            <a:r>
              <a:rPr lang="pt-BR" sz="3200" noProof="0" dirty="0" err="1"/>
              <a:t>our</a:t>
            </a:r>
            <a:r>
              <a:rPr lang="pt-BR" sz="3200" noProof="0" dirty="0"/>
              <a:t> data as </a:t>
            </a:r>
            <a:r>
              <a:rPr lang="pt-BR" sz="3200" noProof="0" dirty="0" err="1"/>
              <a:t>true</a:t>
            </a:r>
            <a:endParaRPr lang="pt-BR" sz="3200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890923-FB8B-B44A-B7E0-7E08AA895479}"/>
              </a:ext>
            </a:extLst>
          </p:cNvPr>
          <p:cNvCxnSpPr/>
          <p:nvPr/>
        </p:nvCxnSpPr>
        <p:spPr>
          <a:xfrm flipH="1">
            <a:off x="8663356" y="3179050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D5A24B-E2CE-A74A-8993-676471810DE8}"/>
              </a:ext>
            </a:extLst>
          </p:cNvPr>
          <p:cNvCxnSpPr>
            <a:cxnSpLocks/>
          </p:cNvCxnSpPr>
          <p:nvPr/>
        </p:nvCxnSpPr>
        <p:spPr>
          <a:xfrm flipH="1">
            <a:off x="8663356" y="4208780"/>
            <a:ext cx="1771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496984-B871-1C42-82D7-4DA36F42E7B9}"/>
              </a:ext>
            </a:extLst>
          </p:cNvPr>
          <p:cNvCxnSpPr/>
          <p:nvPr/>
        </p:nvCxnSpPr>
        <p:spPr>
          <a:xfrm flipH="1">
            <a:off x="8663356" y="5308531"/>
            <a:ext cx="17711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ABE1E1-08D8-414F-B22F-B8FBC44E8F33}"/>
              </a:ext>
            </a:extLst>
          </p:cNvPr>
          <p:cNvCxnSpPr>
            <a:cxnSpLocks/>
          </p:cNvCxnSpPr>
          <p:nvPr/>
        </p:nvCxnSpPr>
        <p:spPr>
          <a:xfrm>
            <a:off x="8663356" y="4208780"/>
            <a:ext cx="1" cy="1099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DB0C2-8593-3E44-913C-ACAA0E6BF92A}"/>
              </a:ext>
            </a:extLst>
          </p:cNvPr>
          <p:cNvCxnSpPr>
            <a:cxnSpLocks/>
          </p:cNvCxnSpPr>
          <p:nvPr/>
        </p:nvCxnSpPr>
        <p:spPr>
          <a:xfrm flipH="1">
            <a:off x="8663356" y="2132844"/>
            <a:ext cx="17711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1CC262-0CB4-6A4B-A97A-83431553FE4E}"/>
              </a:ext>
            </a:extLst>
          </p:cNvPr>
          <p:cNvCxnSpPr>
            <a:cxnSpLocks/>
          </p:cNvCxnSpPr>
          <p:nvPr/>
        </p:nvCxnSpPr>
        <p:spPr>
          <a:xfrm flipH="1">
            <a:off x="7587441" y="2636951"/>
            <a:ext cx="10295" cy="2175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A05D9D-2232-8A4D-8097-C4F02F16F6AC}"/>
              </a:ext>
            </a:extLst>
          </p:cNvPr>
          <p:cNvCxnSpPr>
            <a:cxnSpLocks/>
          </p:cNvCxnSpPr>
          <p:nvPr/>
        </p:nvCxnSpPr>
        <p:spPr>
          <a:xfrm flipH="1">
            <a:off x="8675942" y="2114309"/>
            <a:ext cx="1" cy="1064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E92FCE-F0E6-954A-88AE-1BA1E9D3CD79}"/>
              </a:ext>
            </a:extLst>
          </p:cNvPr>
          <p:cNvCxnSpPr>
            <a:cxnSpLocks/>
          </p:cNvCxnSpPr>
          <p:nvPr/>
        </p:nvCxnSpPr>
        <p:spPr>
          <a:xfrm flipH="1">
            <a:off x="7593315" y="2636951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9CBC33-1744-1245-9776-0DDED7537ABF}"/>
              </a:ext>
            </a:extLst>
          </p:cNvPr>
          <p:cNvCxnSpPr>
            <a:cxnSpLocks/>
          </p:cNvCxnSpPr>
          <p:nvPr/>
        </p:nvCxnSpPr>
        <p:spPr>
          <a:xfrm flipH="1">
            <a:off x="7569913" y="4803015"/>
            <a:ext cx="1086810" cy="9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9AA73FA-A39F-D848-B5CE-EBAB0EA9E3F3}"/>
              </a:ext>
            </a:extLst>
          </p:cNvPr>
          <p:cNvSpPr txBox="1"/>
          <p:nvPr/>
        </p:nvSpPr>
        <p:spPr>
          <a:xfrm>
            <a:off x="10461591" y="1671179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A</a:t>
            </a:r>
            <a:endParaRPr lang="pt-BR" b="1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356F7-E937-8A45-8247-AD27B96FB3DB}"/>
              </a:ext>
            </a:extLst>
          </p:cNvPr>
          <p:cNvSpPr txBox="1"/>
          <p:nvPr/>
        </p:nvSpPr>
        <p:spPr>
          <a:xfrm>
            <a:off x="10450443" y="2717385"/>
            <a:ext cx="604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noProof="0" dirty="0"/>
              <a:t>B</a:t>
            </a:r>
            <a:endParaRPr lang="pt-BR" b="1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918ECD-9BF4-4647-B6D9-527D6E53FA1A}"/>
              </a:ext>
            </a:extLst>
          </p:cNvPr>
          <p:cNvSpPr txBox="1"/>
          <p:nvPr/>
        </p:nvSpPr>
        <p:spPr>
          <a:xfrm>
            <a:off x="10441125" y="3747115"/>
            <a:ext cx="551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C</a:t>
            </a:r>
            <a:endParaRPr lang="pt-BR" b="1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278F72-1A40-7449-94BA-406EB7402000}"/>
              </a:ext>
            </a:extLst>
          </p:cNvPr>
          <p:cNvSpPr txBox="1"/>
          <p:nvPr/>
        </p:nvSpPr>
        <p:spPr>
          <a:xfrm>
            <a:off x="10441124" y="4846866"/>
            <a:ext cx="620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noProof="0" dirty="0"/>
              <a:t>D</a:t>
            </a:r>
            <a:endParaRPr lang="pt-BR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388E0-7F41-DE43-B2BF-8DD3C32F2885}"/>
              </a:ext>
            </a:extLst>
          </p:cNvPr>
          <p:cNvSpPr txBox="1"/>
          <p:nvPr/>
        </p:nvSpPr>
        <p:spPr>
          <a:xfrm>
            <a:off x="8062365" y="2277347"/>
            <a:ext cx="59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1.00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F5C25C-E2AF-A044-B2D7-D203A5360011}"/>
              </a:ext>
            </a:extLst>
          </p:cNvPr>
          <p:cNvSpPr txBox="1"/>
          <p:nvPr/>
        </p:nvSpPr>
        <p:spPr>
          <a:xfrm>
            <a:off x="8046785" y="4855305"/>
            <a:ext cx="59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0.95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258BAE-303E-F844-A158-E1629B56EB41}"/>
              </a:ext>
            </a:extLst>
          </p:cNvPr>
          <p:cNvSpPr txBox="1"/>
          <p:nvPr/>
        </p:nvSpPr>
        <p:spPr>
          <a:xfrm>
            <a:off x="6927742" y="1671179"/>
            <a:ext cx="909420" cy="37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P(H|D)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0C0E34-80A3-8449-9F94-74828FBEB350}"/>
              </a:ext>
            </a:extLst>
          </p:cNvPr>
          <p:cNvSpPr txBox="1"/>
          <p:nvPr/>
        </p:nvSpPr>
        <p:spPr>
          <a:xfrm>
            <a:off x="6939637" y="5703872"/>
            <a:ext cx="909420" cy="37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P(H|D)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BB736A-1737-144A-BCEE-3601CCCB1F0D}"/>
              </a:ext>
            </a:extLst>
          </p:cNvPr>
          <p:cNvCxnSpPr>
            <a:cxnSpLocks/>
          </p:cNvCxnSpPr>
          <p:nvPr/>
        </p:nvCxnSpPr>
        <p:spPr>
          <a:xfrm flipV="1">
            <a:off x="7703598" y="5224637"/>
            <a:ext cx="433122" cy="5572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9BA9E0-3738-7C44-88F0-DD6B07334BA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538599" y="2045257"/>
            <a:ext cx="523766" cy="4167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6544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Current</a:t>
            </a:r>
            <a:r>
              <a:rPr lang="pt-BR" sz="3200" b="1" noProof="0" dirty="0"/>
              <a:t> Trends</a:t>
            </a:r>
          </a:p>
        </p:txBody>
      </p:sp>
    </p:spTree>
    <p:extLst>
      <p:ext uri="{BB962C8B-B14F-4D97-AF65-F5344CB8AC3E}">
        <p14:creationId xmlns:p14="http://schemas.microsoft.com/office/powerpoint/2010/main" val="10920404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Current</a:t>
            </a:r>
            <a:r>
              <a:rPr lang="pt-BR" sz="3200" b="1" noProof="0" dirty="0"/>
              <a:t>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107F5-7350-6F49-9FAB-ED3C98FFB70A}"/>
              </a:ext>
            </a:extLst>
          </p:cNvPr>
          <p:cNvSpPr txBox="1"/>
          <p:nvPr/>
        </p:nvSpPr>
        <p:spPr>
          <a:xfrm>
            <a:off x="263471" y="1228397"/>
            <a:ext cx="58325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2010s: New DNA </a:t>
            </a:r>
            <a:r>
              <a:rPr lang="pt-BR" sz="2800" noProof="0" dirty="0" err="1"/>
              <a:t>sequencing</a:t>
            </a:r>
            <a:r>
              <a:rPr lang="pt-BR" sz="2800" noProof="0" dirty="0"/>
              <a:t> </a:t>
            </a:r>
            <a:r>
              <a:rPr lang="pt-BR" sz="2800" noProof="0" dirty="0" err="1"/>
              <a:t>revolution</a:t>
            </a:r>
            <a:r>
              <a:rPr lang="pt-BR" sz="2800" noProof="0" dirty="0"/>
              <a:t> – </a:t>
            </a:r>
            <a:r>
              <a:rPr lang="pt-BR" sz="2800" noProof="0" dirty="0" err="1"/>
              <a:t>phylogenetics</a:t>
            </a:r>
            <a:r>
              <a:rPr lang="pt-BR" sz="2800" noProof="0" dirty="0"/>
              <a:t> </a:t>
            </a:r>
            <a:r>
              <a:rPr lang="pt-BR" sz="2800" noProof="0" dirty="0" err="1"/>
              <a:t>goes</a:t>
            </a:r>
            <a:r>
              <a:rPr lang="pt-BR" sz="2800" noProof="0" dirty="0"/>
              <a:t> big data</a:t>
            </a:r>
          </a:p>
          <a:p>
            <a:endParaRPr lang="pt-BR" sz="2800" noProof="0" dirty="0"/>
          </a:p>
          <a:p>
            <a:r>
              <a:rPr lang="pt-BR" sz="2800" noProof="0" dirty="0"/>
              <a:t>High-</a:t>
            </a:r>
            <a:r>
              <a:rPr lang="pt-BR" sz="2800" noProof="0" dirty="0" err="1"/>
              <a:t>throughput</a:t>
            </a:r>
            <a:r>
              <a:rPr lang="pt-BR" sz="2800" noProof="0" dirty="0"/>
              <a:t> </a:t>
            </a:r>
            <a:r>
              <a:rPr lang="pt-BR" sz="2800" noProof="0" dirty="0" err="1"/>
              <a:t>methods</a:t>
            </a:r>
            <a:r>
              <a:rPr lang="pt-BR" sz="2800" noProof="0" dirty="0"/>
              <a:t> </a:t>
            </a:r>
            <a:r>
              <a:rPr lang="pt-BR" sz="2800" noProof="0" dirty="0" err="1"/>
              <a:t>now</a:t>
            </a:r>
            <a:r>
              <a:rPr lang="pt-BR" sz="2800" noProof="0" dirty="0"/>
              <a:t> </a:t>
            </a:r>
            <a:r>
              <a:rPr lang="pt-BR" sz="2800" noProof="0" dirty="0" err="1"/>
              <a:t>allow</a:t>
            </a:r>
            <a:r>
              <a:rPr lang="pt-BR" sz="2800" noProof="0" dirty="0"/>
              <a:t> </a:t>
            </a:r>
            <a:r>
              <a:rPr lang="pt-BR" sz="2800" noProof="0" dirty="0" err="1"/>
              <a:t>us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sequence</a:t>
            </a:r>
            <a:r>
              <a:rPr lang="pt-BR" sz="2800" noProof="0" dirty="0"/>
              <a:t> </a:t>
            </a:r>
            <a:r>
              <a:rPr lang="pt-BR" sz="2800" noProof="0" dirty="0" err="1"/>
              <a:t>hundreds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genes, </a:t>
            </a:r>
            <a:r>
              <a:rPr lang="pt-BR" sz="2800" noProof="0" dirty="0" err="1"/>
              <a:t>generating</a:t>
            </a:r>
            <a:r>
              <a:rPr lang="pt-BR" sz="2800" noProof="0" dirty="0"/>
              <a:t> </a:t>
            </a:r>
            <a:r>
              <a:rPr lang="pt-BR" sz="2800" noProof="0" dirty="0" err="1"/>
              <a:t>matrices</a:t>
            </a:r>
            <a:r>
              <a:rPr lang="pt-BR" sz="2800" noProof="0" dirty="0"/>
              <a:t> </a:t>
            </a:r>
            <a:r>
              <a:rPr lang="pt-BR" sz="2800" noProof="0" dirty="0" err="1"/>
              <a:t>with</a:t>
            </a:r>
            <a:r>
              <a:rPr lang="pt-BR" sz="2800" noProof="0" dirty="0"/>
              <a:t> </a:t>
            </a:r>
            <a:r>
              <a:rPr lang="pt-BR" sz="2800" noProof="0" dirty="0" err="1"/>
              <a:t>hundreds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thousands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characters</a:t>
            </a:r>
            <a:r>
              <a:rPr lang="pt-BR" sz="2800" noProof="0" dirty="0"/>
              <a:t> for </a:t>
            </a:r>
            <a:r>
              <a:rPr lang="pt-BR" sz="2800" noProof="0" dirty="0" err="1"/>
              <a:t>each</a:t>
            </a:r>
            <a:r>
              <a:rPr lang="pt-BR" sz="2800" noProof="0" dirty="0"/>
              <a:t> taxa</a:t>
            </a:r>
          </a:p>
          <a:p>
            <a:endParaRPr lang="pt-BR" sz="2800" noProof="0" dirty="0"/>
          </a:p>
          <a:p>
            <a:r>
              <a:rPr lang="pt-BR" sz="2800" noProof="0" dirty="0"/>
              <a:t>Big data </a:t>
            </a:r>
            <a:r>
              <a:rPr lang="pt-BR" sz="2800" noProof="0" dirty="0" err="1"/>
              <a:t>generates</a:t>
            </a:r>
            <a:r>
              <a:rPr lang="pt-BR" sz="2800" noProof="0" dirty="0"/>
              <a:t> new </a:t>
            </a:r>
            <a:r>
              <a:rPr lang="pt-BR" sz="2800" noProof="0" dirty="0" err="1"/>
              <a:t>issues</a:t>
            </a:r>
            <a:r>
              <a:rPr lang="pt-BR" sz="2800" noProof="0" dirty="0"/>
              <a:t> for data </a:t>
            </a:r>
            <a:r>
              <a:rPr lang="pt-BR" sz="2800" noProof="0" dirty="0" err="1"/>
              <a:t>analysis</a:t>
            </a:r>
            <a:r>
              <a:rPr lang="pt-BR" sz="2800" noProof="0" dirty="0"/>
              <a:t>: </a:t>
            </a:r>
            <a:r>
              <a:rPr lang="pt-BR" sz="2800" noProof="0" dirty="0" err="1"/>
              <a:t>speed</a:t>
            </a:r>
            <a:r>
              <a:rPr lang="pt-BR" sz="2800" noProof="0" dirty="0"/>
              <a:t>, </a:t>
            </a:r>
            <a:r>
              <a:rPr lang="pt-BR" sz="2800" noProof="0" dirty="0" err="1"/>
              <a:t>computational</a:t>
            </a:r>
            <a:r>
              <a:rPr lang="pt-BR" sz="2800" noProof="0" dirty="0"/>
              <a:t> </a:t>
            </a:r>
            <a:r>
              <a:rPr lang="pt-BR" sz="2800" noProof="0" dirty="0" err="1"/>
              <a:t>power</a:t>
            </a:r>
            <a:endParaRPr lang="pt-BR" sz="28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864F8-937B-C145-92DA-873683712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318" y="3749457"/>
            <a:ext cx="4421538" cy="3108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20E33E-A1A3-EB42-8949-3082967D6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16" y="659700"/>
            <a:ext cx="4372029" cy="29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671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Current</a:t>
            </a:r>
            <a:r>
              <a:rPr lang="pt-BR" sz="3200" b="1" noProof="0" dirty="0"/>
              <a:t>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107F5-7350-6F49-9FAB-ED3C98FFB70A}"/>
              </a:ext>
            </a:extLst>
          </p:cNvPr>
          <p:cNvSpPr txBox="1"/>
          <p:nvPr/>
        </p:nvSpPr>
        <p:spPr>
          <a:xfrm>
            <a:off x="263471" y="1405741"/>
            <a:ext cx="58325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Most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methods</a:t>
            </a:r>
            <a:r>
              <a:rPr lang="pt-BR" sz="2800" noProof="0" dirty="0"/>
              <a:t> </a:t>
            </a:r>
            <a:r>
              <a:rPr lang="pt-BR" sz="2800" noProof="0" dirty="0" err="1"/>
              <a:t>were</a:t>
            </a:r>
            <a:r>
              <a:rPr lang="pt-BR" sz="2800" noProof="0" dirty="0"/>
              <a:t> </a:t>
            </a:r>
            <a:r>
              <a:rPr lang="pt-BR" sz="2800" noProof="0" dirty="0" err="1"/>
              <a:t>developed</a:t>
            </a:r>
            <a:r>
              <a:rPr lang="pt-BR" sz="2800" noProof="0" dirty="0"/>
              <a:t> </a:t>
            </a:r>
            <a:r>
              <a:rPr lang="pt-BR" sz="2800" noProof="0" dirty="0" err="1"/>
              <a:t>considering</a:t>
            </a:r>
            <a:r>
              <a:rPr lang="pt-BR" sz="2800" noProof="0" dirty="0"/>
              <a:t> a </a:t>
            </a:r>
            <a:r>
              <a:rPr lang="pt-BR" sz="2800" noProof="0" dirty="0" err="1"/>
              <a:t>few</a:t>
            </a:r>
            <a:r>
              <a:rPr lang="pt-BR" sz="2800" noProof="0" dirty="0"/>
              <a:t> genes </a:t>
            </a:r>
            <a:r>
              <a:rPr lang="pt-BR" sz="2800" noProof="0" dirty="0" err="1"/>
              <a:t>or</a:t>
            </a:r>
            <a:r>
              <a:rPr lang="pt-BR" sz="2800" noProof="0" dirty="0"/>
              <a:t> </a:t>
            </a:r>
            <a:r>
              <a:rPr lang="pt-BR" sz="2800" noProof="0" dirty="0" err="1"/>
              <a:t>markers</a:t>
            </a:r>
            <a:r>
              <a:rPr lang="pt-BR" sz="2800" noProof="0" dirty="0"/>
              <a:t> as input data</a:t>
            </a:r>
          </a:p>
          <a:p>
            <a:endParaRPr lang="pt-BR" sz="2800" noProof="0" dirty="0"/>
          </a:p>
          <a:p>
            <a:r>
              <a:rPr lang="pt-BR" sz="2800" noProof="0" dirty="0" err="1"/>
              <a:t>With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increase</a:t>
            </a:r>
            <a:r>
              <a:rPr lang="pt-BR" sz="2800" noProof="0" dirty="0"/>
              <a:t> in </a:t>
            </a:r>
            <a:r>
              <a:rPr lang="pt-BR" sz="2800" noProof="0" dirty="0" err="1"/>
              <a:t>number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genes in a </a:t>
            </a:r>
            <a:r>
              <a:rPr lang="pt-BR" sz="2800" noProof="0" dirty="0" err="1"/>
              <a:t>phylogenetic</a:t>
            </a:r>
            <a:r>
              <a:rPr lang="pt-BR" sz="2800" noProof="0" dirty="0"/>
              <a:t> </a:t>
            </a:r>
            <a:r>
              <a:rPr lang="pt-BR" sz="2800" noProof="0" dirty="0" err="1"/>
              <a:t>analysis</a:t>
            </a:r>
            <a:r>
              <a:rPr lang="pt-BR" sz="2800" noProof="0" dirty="0"/>
              <a:t>, </a:t>
            </a:r>
            <a:r>
              <a:rPr lang="pt-BR" sz="2800" noProof="0" dirty="0" err="1"/>
              <a:t>we</a:t>
            </a:r>
            <a:r>
              <a:rPr lang="pt-BR" sz="2800" noProof="0" dirty="0"/>
              <a:t> </a:t>
            </a:r>
            <a:r>
              <a:rPr lang="pt-BR" sz="2800" noProof="0" dirty="0" err="1"/>
              <a:t>need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worry</a:t>
            </a:r>
            <a:r>
              <a:rPr lang="pt-BR" sz="2800" noProof="0" dirty="0"/>
              <a:t> </a:t>
            </a:r>
            <a:r>
              <a:rPr lang="pt-BR" sz="2800" noProof="0" dirty="0" err="1"/>
              <a:t>about</a:t>
            </a:r>
            <a:r>
              <a:rPr lang="pt-BR" sz="2800" noProof="0" dirty="0"/>
              <a:t> genes </a:t>
            </a:r>
            <a:r>
              <a:rPr lang="pt-BR" sz="2800" noProof="0" dirty="0" err="1"/>
              <a:t>having</a:t>
            </a:r>
            <a:r>
              <a:rPr lang="pt-BR" sz="2800" noProof="0" dirty="0"/>
              <a:t> </a:t>
            </a:r>
            <a:r>
              <a:rPr lang="pt-BR" sz="2800" noProof="0" dirty="0" err="1"/>
              <a:t>different</a:t>
            </a:r>
            <a:r>
              <a:rPr lang="pt-BR" sz="2800" noProof="0" dirty="0"/>
              <a:t> </a:t>
            </a:r>
            <a:r>
              <a:rPr lang="pt-BR" sz="2800" noProof="0" dirty="0" err="1"/>
              <a:t>evolutionary</a:t>
            </a:r>
            <a:r>
              <a:rPr lang="pt-BR" sz="2800" noProof="0" dirty="0"/>
              <a:t> histories, </a:t>
            </a:r>
            <a:r>
              <a:rPr lang="pt-BR" sz="2800" noProof="0" dirty="0" err="1"/>
              <a:t>different</a:t>
            </a:r>
            <a:r>
              <a:rPr lang="pt-BR" sz="2800" noProof="0" dirty="0"/>
              <a:t> </a:t>
            </a:r>
            <a:r>
              <a:rPr lang="pt-BR" sz="2800" noProof="0" dirty="0" err="1"/>
              <a:t>from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species</a:t>
            </a:r>
            <a:r>
              <a:rPr lang="pt-BR" sz="2800" noProof="0" dirty="0"/>
              <a:t> </a:t>
            </a:r>
            <a:r>
              <a:rPr lang="pt-BR" sz="2800" noProof="0" dirty="0" err="1"/>
              <a:t>history</a:t>
            </a:r>
            <a:endParaRPr lang="pt-BR" sz="28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39A32-1E03-D941-9B56-E973CFD42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86" r="11743"/>
          <a:stretch/>
        </p:blipFill>
        <p:spPr>
          <a:xfrm>
            <a:off x="6598521" y="1010166"/>
            <a:ext cx="5284922" cy="48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402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Current</a:t>
            </a:r>
            <a:r>
              <a:rPr lang="pt-BR" sz="3200" b="1" noProof="0" dirty="0"/>
              <a:t>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107F5-7350-6F49-9FAB-ED3C98FFB70A}"/>
              </a:ext>
            </a:extLst>
          </p:cNvPr>
          <p:cNvSpPr txBox="1"/>
          <p:nvPr/>
        </p:nvSpPr>
        <p:spPr>
          <a:xfrm>
            <a:off x="263471" y="1309035"/>
            <a:ext cx="58325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The </a:t>
            </a:r>
            <a:r>
              <a:rPr lang="pt-BR" sz="2800" noProof="0" dirty="0" err="1"/>
              <a:t>biggest</a:t>
            </a:r>
            <a:r>
              <a:rPr lang="pt-BR" sz="2800" noProof="0" dirty="0"/>
              <a:t> </a:t>
            </a:r>
            <a:r>
              <a:rPr lang="pt-BR" sz="2800" noProof="0" dirty="0" err="1"/>
              <a:t>change</a:t>
            </a:r>
            <a:r>
              <a:rPr lang="pt-BR" sz="2800" noProof="0" dirty="0"/>
              <a:t> </a:t>
            </a:r>
            <a:r>
              <a:rPr lang="pt-BR" sz="2800" noProof="0" dirty="0" err="1"/>
              <a:t>has</a:t>
            </a:r>
            <a:r>
              <a:rPr lang="pt-BR" sz="2800" noProof="0" dirty="0"/>
              <a:t> </a:t>
            </a:r>
            <a:r>
              <a:rPr lang="pt-BR" sz="2800" noProof="0" dirty="0" err="1"/>
              <a:t>been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development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b="1" noProof="0" dirty="0" err="1"/>
              <a:t>multispecies</a:t>
            </a:r>
            <a:r>
              <a:rPr lang="pt-BR" sz="2800" b="1" noProof="0" dirty="0"/>
              <a:t> </a:t>
            </a:r>
            <a:r>
              <a:rPr lang="pt-BR" sz="2800" b="1" noProof="0" dirty="0" err="1"/>
              <a:t>coalescent</a:t>
            </a:r>
            <a:r>
              <a:rPr lang="pt-BR" sz="2800" b="1" noProof="0" dirty="0"/>
              <a:t>.</a:t>
            </a:r>
            <a:endParaRPr lang="pt-BR" sz="2800" noProof="0" dirty="0"/>
          </a:p>
          <a:p>
            <a:endParaRPr lang="pt-BR" sz="2800" noProof="0" dirty="0"/>
          </a:p>
          <a:p>
            <a:r>
              <a:rPr lang="pt-BR" sz="2800" noProof="0" dirty="0" err="1"/>
              <a:t>Based</a:t>
            </a:r>
            <a:r>
              <a:rPr lang="pt-BR" sz="2800" noProof="0" dirty="0"/>
              <a:t> </a:t>
            </a:r>
            <a:r>
              <a:rPr lang="pt-BR" sz="2800" noProof="0" dirty="0" err="1"/>
              <a:t>on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coalescent</a:t>
            </a:r>
            <a:r>
              <a:rPr lang="pt-BR" sz="2800" noProof="0" dirty="0"/>
              <a:t> </a:t>
            </a:r>
            <a:r>
              <a:rPr lang="pt-BR" sz="2800" noProof="0" dirty="0" err="1"/>
              <a:t>theory</a:t>
            </a:r>
            <a:r>
              <a:rPr lang="pt-BR" sz="2800" noProof="0" dirty="0"/>
              <a:t>: a model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how</a:t>
            </a:r>
            <a:r>
              <a:rPr lang="pt-BR" sz="2800" noProof="0" dirty="0"/>
              <a:t> </a:t>
            </a:r>
            <a:r>
              <a:rPr lang="pt-BR" sz="2800" noProof="0" dirty="0" err="1"/>
              <a:t>alleles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a gene </a:t>
            </a:r>
            <a:r>
              <a:rPr lang="pt-BR" sz="2800" noProof="0" dirty="0" err="1"/>
              <a:t>sampled</a:t>
            </a:r>
            <a:r>
              <a:rPr lang="pt-BR" sz="2800" noProof="0" dirty="0"/>
              <a:t> </a:t>
            </a:r>
            <a:r>
              <a:rPr lang="pt-BR" sz="2800" noProof="0" dirty="0" err="1"/>
              <a:t>from</a:t>
            </a:r>
            <a:r>
              <a:rPr lang="pt-BR" sz="2800" noProof="0" dirty="0"/>
              <a:t> a </a:t>
            </a:r>
            <a:r>
              <a:rPr lang="pt-BR" sz="2800" noProof="0" dirty="0" err="1"/>
              <a:t>population</a:t>
            </a:r>
            <a:r>
              <a:rPr lang="pt-BR" sz="2800" noProof="0" dirty="0"/>
              <a:t> </a:t>
            </a:r>
            <a:r>
              <a:rPr lang="pt-BR" sz="2800" noProof="0" dirty="0" err="1"/>
              <a:t>may</a:t>
            </a:r>
            <a:r>
              <a:rPr lang="pt-BR" sz="2800" noProof="0" dirty="0"/>
              <a:t> </a:t>
            </a:r>
            <a:r>
              <a:rPr lang="pt-BR" sz="2800" noProof="0" dirty="0" err="1"/>
              <a:t>have</a:t>
            </a:r>
            <a:r>
              <a:rPr lang="pt-BR" sz="2800" noProof="0" dirty="0"/>
              <a:t> </a:t>
            </a:r>
            <a:r>
              <a:rPr lang="pt-BR" sz="2800" noProof="0" dirty="0" err="1"/>
              <a:t>originated</a:t>
            </a:r>
            <a:r>
              <a:rPr lang="pt-BR" sz="2800" noProof="0" dirty="0"/>
              <a:t> </a:t>
            </a:r>
            <a:r>
              <a:rPr lang="pt-BR" sz="2800" noProof="0" dirty="0" err="1"/>
              <a:t>from</a:t>
            </a:r>
            <a:r>
              <a:rPr lang="pt-BR" sz="2800" noProof="0" dirty="0"/>
              <a:t> a common </a:t>
            </a:r>
            <a:r>
              <a:rPr lang="pt-BR" sz="2800" noProof="0" dirty="0" err="1"/>
              <a:t>ancestor</a:t>
            </a:r>
            <a:r>
              <a:rPr lang="pt-BR" sz="2800" noProof="0" dirty="0"/>
              <a:t>.</a:t>
            </a:r>
          </a:p>
          <a:p>
            <a:endParaRPr lang="pt-BR" sz="2800" noProof="0" dirty="0"/>
          </a:p>
          <a:p>
            <a:r>
              <a:rPr lang="pt-BR" sz="2800" noProof="0" dirty="0"/>
              <a:t>The </a:t>
            </a:r>
            <a:r>
              <a:rPr lang="pt-BR" sz="2800" noProof="0" dirty="0" err="1"/>
              <a:t>multispecies</a:t>
            </a:r>
            <a:r>
              <a:rPr lang="pt-BR" sz="2800" noProof="0" dirty="0"/>
              <a:t> </a:t>
            </a:r>
            <a:r>
              <a:rPr lang="pt-BR" sz="2800" noProof="0" dirty="0" err="1"/>
              <a:t>coalescent</a:t>
            </a:r>
            <a:r>
              <a:rPr lang="pt-BR" sz="2800" noProof="0" dirty="0"/>
              <a:t> </a:t>
            </a:r>
            <a:r>
              <a:rPr lang="pt-BR" sz="2800" noProof="0" dirty="0" err="1"/>
              <a:t>accounts</a:t>
            </a:r>
            <a:r>
              <a:rPr lang="pt-BR" sz="2800" noProof="0" dirty="0"/>
              <a:t> for ancestral </a:t>
            </a:r>
            <a:r>
              <a:rPr lang="pt-BR" sz="2800" noProof="0" dirty="0" err="1"/>
              <a:t>polymorphism</a:t>
            </a:r>
            <a:r>
              <a:rPr lang="pt-BR" sz="2800" noProof="0" dirty="0"/>
              <a:t> and gene </a:t>
            </a:r>
            <a:r>
              <a:rPr lang="pt-BR" sz="2800" noProof="0" dirty="0" err="1"/>
              <a:t>tree</a:t>
            </a:r>
            <a:r>
              <a:rPr lang="pt-BR" sz="2800" noProof="0" dirty="0"/>
              <a:t>/</a:t>
            </a:r>
            <a:r>
              <a:rPr lang="pt-BR" sz="2800" noProof="0" dirty="0" err="1"/>
              <a:t>species</a:t>
            </a:r>
            <a:r>
              <a:rPr lang="pt-BR" sz="2800" noProof="0" dirty="0"/>
              <a:t> </a:t>
            </a:r>
            <a:r>
              <a:rPr lang="pt-BR" sz="2800" noProof="0" dirty="0" err="1"/>
              <a:t>tree</a:t>
            </a:r>
            <a:r>
              <a:rPr lang="pt-BR" sz="2800" noProof="0" dirty="0"/>
              <a:t> </a:t>
            </a:r>
            <a:r>
              <a:rPr lang="pt-BR" sz="2800" noProof="0" dirty="0" err="1"/>
              <a:t>conflict</a:t>
            </a:r>
            <a:r>
              <a:rPr lang="pt-BR" sz="2800" noProof="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39A32-1E03-D941-9B56-E973CFD42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86" r="11743"/>
          <a:stretch/>
        </p:blipFill>
        <p:spPr>
          <a:xfrm>
            <a:off x="6598521" y="1010166"/>
            <a:ext cx="5284922" cy="48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29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Current</a:t>
            </a:r>
            <a:r>
              <a:rPr lang="pt-BR" sz="3200" b="1" noProof="0" dirty="0"/>
              <a:t>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107F5-7350-6F49-9FAB-ED3C98FFB70A}"/>
              </a:ext>
            </a:extLst>
          </p:cNvPr>
          <p:cNvSpPr txBox="1"/>
          <p:nvPr/>
        </p:nvSpPr>
        <p:spPr>
          <a:xfrm>
            <a:off x="263471" y="1588004"/>
            <a:ext cx="58325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noProof="0" dirty="0"/>
              <a:t>In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way</a:t>
            </a:r>
            <a:r>
              <a:rPr lang="pt-BR" sz="2800" noProof="0" dirty="0"/>
              <a:t> </a:t>
            </a:r>
            <a:r>
              <a:rPr lang="pt-BR" sz="2800" noProof="0" dirty="0" err="1"/>
              <a:t>that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multispecies</a:t>
            </a:r>
            <a:r>
              <a:rPr lang="pt-BR" sz="2800" noProof="0" dirty="0"/>
              <a:t> </a:t>
            </a:r>
            <a:r>
              <a:rPr lang="pt-BR" sz="2800" noProof="0" dirty="0" err="1"/>
              <a:t>coalescent</a:t>
            </a:r>
            <a:r>
              <a:rPr lang="pt-BR" sz="2800" noProof="0" dirty="0"/>
              <a:t> </a:t>
            </a:r>
            <a:r>
              <a:rPr lang="pt-BR" sz="2800" noProof="0" dirty="0" err="1"/>
              <a:t>is</a:t>
            </a:r>
            <a:r>
              <a:rPr lang="pt-BR" sz="2800" noProof="0" dirty="0"/>
              <a:t> </a:t>
            </a:r>
            <a:r>
              <a:rPr lang="pt-BR" sz="2800" noProof="0" dirty="0" err="1"/>
              <a:t>currently</a:t>
            </a:r>
            <a:r>
              <a:rPr lang="pt-BR" sz="2800" noProof="0" dirty="0"/>
              <a:t> </a:t>
            </a:r>
            <a:r>
              <a:rPr lang="pt-BR" sz="2800" noProof="0" dirty="0" err="1"/>
              <a:t>applied</a:t>
            </a:r>
            <a:r>
              <a:rPr lang="pt-BR" sz="2800" noProof="0" dirty="0"/>
              <a:t>, </a:t>
            </a:r>
            <a:r>
              <a:rPr lang="pt-BR" sz="2800" noProof="0" dirty="0" err="1"/>
              <a:t>maximum</a:t>
            </a:r>
            <a:r>
              <a:rPr lang="pt-BR" sz="2800" noProof="0" dirty="0"/>
              <a:t> </a:t>
            </a:r>
            <a:r>
              <a:rPr lang="pt-BR" sz="2800" noProof="0" dirty="0" err="1"/>
              <a:t>likelihood</a:t>
            </a:r>
            <a:r>
              <a:rPr lang="pt-BR" sz="2800" noProof="0" dirty="0"/>
              <a:t> and </a:t>
            </a:r>
            <a:r>
              <a:rPr lang="pt-BR" sz="2800" noProof="0" dirty="0" err="1"/>
              <a:t>Bayesian</a:t>
            </a:r>
            <a:r>
              <a:rPr lang="pt-BR" sz="2800" noProof="0" dirty="0"/>
              <a:t> </a:t>
            </a:r>
            <a:r>
              <a:rPr lang="pt-BR" sz="2800" noProof="0" dirty="0" err="1"/>
              <a:t>analysis</a:t>
            </a:r>
            <a:r>
              <a:rPr lang="pt-BR" sz="2800" noProof="0" dirty="0"/>
              <a:t> are still </a:t>
            </a:r>
            <a:r>
              <a:rPr lang="pt-BR" sz="2800" noProof="0" dirty="0" err="1"/>
              <a:t>used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obtain</a:t>
            </a:r>
            <a:r>
              <a:rPr lang="pt-BR" sz="2800" noProof="0" dirty="0"/>
              <a:t> gene </a:t>
            </a:r>
            <a:r>
              <a:rPr lang="pt-BR" sz="2800" noProof="0" dirty="0" err="1"/>
              <a:t>trees</a:t>
            </a:r>
            <a:r>
              <a:rPr lang="pt-BR" sz="2800" noProof="0" dirty="0"/>
              <a:t> for </a:t>
            </a:r>
            <a:r>
              <a:rPr lang="pt-BR" sz="2800" noProof="0" dirty="0" err="1"/>
              <a:t>each</a:t>
            </a:r>
            <a:r>
              <a:rPr lang="pt-BR" sz="2800" noProof="0" dirty="0"/>
              <a:t> </a:t>
            </a:r>
            <a:r>
              <a:rPr lang="pt-BR" sz="2800" noProof="0" dirty="0" err="1"/>
              <a:t>one</a:t>
            </a:r>
            <a:r>
              <a:rPr lang="pt-BR" sz="2800" noProof="0" dirty="0"/>
              <a:t> </a:t>
            </a:r>
            <a:r>
              <a:rPr lang="pt-BR" sz="2800" noProof="0" dirty="0" err="1"/>
              <a:t>of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genes in </a:t>
            </a:r>
            <a:r>
              <a:rPr lang="pt-BR" sz="2800" noProof="0" dirty="0" err="1"/>
              <a:t>the</a:t>
            </a:r>
            <a:r>
              <a:rPr lang="pt-BR" sz="2800" noProof="0" dirty="0"/>
              <a:t> </a:t>
            </a:r>
            <a:r>
              <a:rPr lang="pt-BR" sz="2800" noProof="0" dirty="0" err="1"/>
              <a:t>analysis</a:t>
            </a:r>
            <a:r>
              <a:rPr lang="pt-BR" sz="2800" noProof="0" dirty="0"/>
              <a:t>. </a:t>
            </a:r>
          </a:p>
          <a:p>
            <a:endParaRPr lang="pt-BR" sz="2800" noProof="0" dirty="0"/>
          </a:p>
          <a:p>
            <a:r>
              <a:rPr lang="pt-BR" sz="2800" noProof="0" dirty="0"/>
              <a:t>The </a:t>
            </a:r>
            <a:r>
              <a:rPr lang="pt-BR" sz="2800" noProof="0" dirty="0" err="1"/>
              <a:t>multispecies</a:t>
            </a:r>
            <a:r>
              <a:rPr lang="pt-BR" sz="2800" noProof="0" dirty="0"/>
              <a:t> </a:t>
            </a:r>
            <a:r>
              <a:rPr lang="pt-BR" sz="2800" noProof="0" dirty="0" err="1"/>
              <a:t>coalescent</a:t>
            </a:r>
            <a:r>
              <a:rPr lang="pt-BR" sz="2800" noProof="0" dirty="0"/>
              <a:t> </a:t>
            </a:r>
            <a:r>
              <a:rPr lang="pt-BR" sz="2800" noProof="0" dirty="0" err="1"/>
              <a:t>is</a:t>
            </a:r>
            <a:r>
              <a:rPr lang="pt-BR" sz="2800" noProof="0" dirty="0"/>
              <a:t> </a:t>
            </a:r>
            <a:r>
              <a:rPr lang="pt-BR" sz="2800" noProof="0" dirty="0" err="1"/>
              <a:t>used</a:t>
            </a:r>
            <a:r>
              <a:rPr lang="pt-BR" sz="2800" noProof="0" dirty="0"/>
              <a:t> </a:t>
            </a:r>
            <a:r>
              <a:rPr lang="pt-BR" sz="2800" noProof="0" dirty="0" err="1"/>
              <a:t>to</a:t>
            </a:r>
            <a:r>
              <a:rPr lang="pt-BR" sz="2800" noProof="0" dirty="0"/>
              <a:t> </a:t>
            </a:r>
            <a:r>
              <a:rPr lang="pt-BR" sz="2800" noProof="0" dirty="0" err="1"/>
              <a:t>summarize</a:t>
            </a:r>
            <a:r>
              <a:rPr lang="pt-BR" sz="2800" noProof="0" dirty="0"/>
              <a:t> </a:t>
            </a:r>
            <a:r>
              <a:rPr lang="pt-BR" sz="2800" noProof="0" dirty="0" err="1"/>
              <a:t>all</a:t>
            </a:r>
            <a:r>
              <a:rPr lang="pt-BR" sz="2800" noProof="0" dirty="0"/>
              <a:t> </a:t>
            </a:r>
            <a:r>
              <a:rPr lang="pt-BR" sz="2800" noProof="0" dirty="0" err="1"/>
              <a:t>the</a:t>
            </a:r>
            <a:r>
              <a:rPr lang="pt-BR" sz="2800" noProof="0" dirty="0"/>
              <a:t> gene </a:t>
            </a:r>
            <a:r>
              <a:rPr lang="pt-BR" sz="2800" noProof="0" dirty="0" err="1"/>
              <a:t>trees</a:t>
            </a:r>
            <a:r>
              <a:rPr lang="pt-BR" sz="2800" noProof="0" dirty="0"/>
              <a:t> and </a:t>
            </a:r>
            <a:r>
              <a:rPr lang="pt-BR" sz="2800" noProof="0" dirty="0" err="1"/>
              <a:t>obtain</a:t>
            </a:r>
            <a:r>
              <a:rPr lang="pt-BR" sz="2800" noProof="0" dirty="0"/>
              <a:t> a </a:t>
            </a:r>
            <a:r>
              <a:rPr lang="pt-BR" sz="2800" noProof="0" dirty="0" err="1"/>
              <a:t>species</a:t>
            </a:r>
            <a:r>
              <a:rPr lang="pt-BR" sz="2800" noProof="0" dirty="0"/>
              <a:t> </a:t>
            </a:r>
            <a:r>
              <a:rPr lang="pt-BR" sz="2800" noProof="0" dirty="0" err="1"/>
              <a:t>tree</a:t>
            </a:r>
            <a:r>
              <a:rPr lang="pt-BR" sz="2800" noProof="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39A32-1E03-D941-9B56-E973CFD42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86" r="11743"/>
          <a:stretch/>
        </p:blipFill>
        <p:spPr>
          <a:xfrm>
            <a:off x="6598521" y="1010166"/>
            <a:ext cx="5284922" cy="48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533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5AAB85-4F9A-3548-A3BC-E3D02B829C01}"/>
              </a:ext>
            </a:extLst>
          </p:cNvPr>
          <p:cNvCxnSpPr/>
          <p:nvPr/>
        </p:nvCxnSpPr>
        <p:spPr>
          <a:xfrm>
            <a:off x="0" y="584775"/>
            <a:ext cx="97787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82A3A3-997F-1349-BAE4-6A74D40D11F9}"/>
              </a:ext>
            </a:extLst>
          </p:cNvPr>
          <p:cNvSpPr txBox="1"/>
          <p:nvPr/>
        </p:nvSpPr>
        <p:spPr>
          <a:xfrm>
            <a:off x="0" y="0"/>
            <a:ext cx="924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noProof="0" dirty="0" err="1"/>
              <a:t>Summarizing</a:t>
            </a:r>
            <a:endParaRPr lang="pt-BR" sz="32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3AEF2-011A-544E-8DEA-45F60BE86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149"/>
          <a:stretch/>
        </p:blipFill>
        <p:spPr>
          <a:xfrm>
            <a:off x="308557" y="707347"/>
            <a:ext cx="3043192" cy="28179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8FA4FDE-FCCD-A947-A4C3-53F02331D939}"/>
              </a:ext>
            </a:extLst>
          </p:cNvPr>
          <p:cNvGrpSpPr/>
          <p:nvPr/>
        </p:nvGrpSpPr>
        <p:grpSpPr>
          <a:xfrm>
            <a:off x="3704639" y="829110"/>
            <a:ext cx="2525354" cy="2535415"/>
            <a:chOff x="5516952" y="2373797"/>
            <a:chExt cx="4710437" cy="3610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6B8963-0D81-B04C-A5F5-50B3A5848AEA}"/>
                </a:ext>
              </a:extLst>
            </p:cNvPr>
            <p:cNvGrpSpPr/>
            <p:nvPr/>
          </p:nvGrpSpPr>
          <p:grpSpPr>
            <a:xfrm>
              <a:off x="6127703" y="3232686"/>
              <a:ext cx="3991897" cy="2751952"/>
              <a:chOff x="1213338" y="4067991"/>
              <a:chExt cx="3552093" cy="250865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747AEE3-240F-6E48-AD4F-A52C75A9FB90}"/>
                  </a:ext>
                </a:extLst>
              </p:cNvPr>
              <p:cNvCxnSpPr/>
              <p:nvPr/>
            </p:nvCxnSpPr>
            <p:spPr>
              <a:xfrm flipH="1">
                <a:off x="2356338" y="4097215"/>
                <a:ext cx="2409093" cy="2479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FBC8F1-2F6A-2447-86CA-DEE1A78835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338" y="4097215"/>
                <a:ext cx="1506417" cy="21057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D55603D-F6AE-FB4B-A90F-15B277CE0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474" y="4076700"/>
                <a:ext cx="1151543" cy="158476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0E32AF4-975D-1145-8E99-064F5E108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4067991"/>
                <a:ext cx="786788" cy="10063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4690F8-684A-4A4F-975E-0CE26FFD4A55}"/>
                </a:ext>
              </a:extLst>
            </p:cNvPr>
            <p:cNvSpPr txBox="1"/>
            <p:nvPr/>
          </p:nvSpPr>
          <p:spPr>
            <a:xfrm>
              <a:off x="9529762" y="2421092"/>
              <a:ext cx="697627" cy="707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🍎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B0CC4C-9808-6546-9225-117FBA491A08}"/>
                </a:ext>
              </a:extLst>
            </p:cNvPr>
            <p:cNvSpPr txBox="1"/>
            <p:nvPr/>
          </p:nvSpPr>
          <p:spPr>
            <a:xfrm>
              <a:off x="7543253" y="2373797"/>
              <a:ext cx="697627" cy="707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🍐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91919D-5BC5-F34E-8C23-805B15908328}"/>
                </a:ext>
              </a:extLst>
            </p:cNvPr>
            <p:cNvSpPr txBox="1"/>
            <p:nvPr/>
          </p:nvSpPr>
          <p:spPr>
            <a:xfrm>
              <a:off x="5516952" y="2398715"/>
              <a:ext cx="697627" cy="707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🥑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C02D18-CD8D-F64B-8D54-9EEF4EE0E469}"/>
                </a:ext>
              </a:extLst>
            </p:cNvPr>
            <p:cNvSpPr txBox="1"/>
            <p:nvPr/>
          </p:nvSpPr>
          <p:spPr>
            <a:xfrm>
              <a:off x="6516542" y="2388245"/>
              <a:ext cx="697627" cy="707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0" noProof="0" dirty="0"/>
                <a:t>🍍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97FC436-C251-0542-8615-B9E56C12AF13}"/>
                </a:ext>
              </a:extLst>
            </p:cNvPr>
            <p:cNvSpPr/>
            <p:nvPr/>
          </p:nvSpPr>
          <p:spPr>
            <a:xfrm>
              <a:off x="7633524" y="5454175"/>
              <a:ext cx="276936" cy="241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F4EFB89-1A82-3849-816E-1EDEF2FF94E2}"/>
                </a:ext>
              </a:extLst>
            </p:cNvPr>
            <p:cNvSpPr/>
            <p:nvPr/>
          </p:nvSpPr>
          <p:spPr>
            <a:xfrm>
              <a:off x="8288201" y="4855467"/>
              <a:ext cx="276936" cy="241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4E8E9F-4EC0-634D-8EED-47F0723E7E16}"/>
                </a:ext>
              </a:extLst>
            </p:cNvPr>
            <p:cNvSpPr/>
            <p:nvPr/>
          </p:nvSpPr>
          <p:spPr>
            <a:xfrm>
              <a:off x="8920921" y="4190702"/>
              <a:ext cx="276936" cy="241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456FDB7-AA0D-D041-8FDF-E8821F0A0A96}"/>
              </a:ext>
            </a:extLst>
          </p:cNvPr>
          <p:cNvGrpSpPr/>
          <p:nvPr/>
        </p:nvGrpSpPr>
        <p:grpSpPr>
          <a:xfrm>
            <a:off x="7511849" y="468663"/>
            <a:ext cx="2656808" cy="2697089"/>
            <a:chOff x="4816047" y="1481517"/>
            <a:chExt cx="4004064" cy="4265651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F6F674B-88B4-5F4F-AD8E-2E164C04A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6047" y="4605052"/>
              <a:ext cx="1086810" cy="97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2CA7EA-DBC4-C94D-85CE-832A5CE79992}"/>
                </a:ext>
              </a:extLst>
            </p:cNvPr>
            <p:cNvSpPr txBox="1"/>
            <p:nvPr/>
          </p:nvSpPr>
          <p:spPr>
            <a:xfrm>
              <a:off x="7866004" y="4731505"/>
              <a:ext cx="9541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0" noProof="0" dirty="0"/>
                <a:t>🦅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1E2E93-1F34-3147-8EE6-1ABD9A286D24}"/>
                </a:ext>
              </a:extLst>
            </p:cNvPr>
            <p:cNvSpPr txBox="1"/>
            <p:nvPr/>
          </p:nvSpPr>
          <p:spPr>
            <a:xfrm>
              <a:off x="7866002" y="2631080"/>
              <a:ext cx="9541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0" noProof="0" dirty="0"/>
                <a:t>🦇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C54DBA-93FE-EA4E-96E0-E63294947BBA}"/>
                </a:ext>
              </a:extLst>
            </p:cNvPr>
            <p:cNvSpPr txBox="1"/>
            <p:nvPr/>
          </p:nvSpPr>
          <p:spPr>
            <a:xfrm>
              <a:off x="7866003" y="3675325"/>
              <a:ext cx="9541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0" noProof="0" dirty="0"/>
                <a:t>🦆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6B41E6-425B-4840-B09F-6B7DA8A08084}"/>
                </a:ext>
              </a:extLst>
            </p:cNvPr>
            <p:cNvSpPr txBox="1"/>
            <p:nvPr/>
          </p:nvSpPr>
          <p:spPr>
            <a:xfrm>
              <a:off x="7866004" y="1481517"/>
              <a:ext cx="9541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0" noProof="0" dirty="0"/>
                <a:t>🐅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D76AC24-666D-424E-9EF7-B73D93495B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2993070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7044C07-F1FC-3243-9196-5736EB5B1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4022800"/>
              <a:ext cx="177113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42C6C0F-422B-8848-AFA6-DBB016D76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5122551"/>
              <a:ext cx="177113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4042AA5-7ED6-DB40-9C9C-14B7AAD195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58" y="1946864"/>
              <a:ext cx="17711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936966-8E30-0C49-A8E9-C23A7590D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8743" y="2450971"/>
              <a:ext cx="10295" cy="21757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B2BAFB1-4730-CC40-8B76-5148204CE1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7244" y="1928329"/>
              <a:ext cx="1" cy="10647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46195A-EBF4-114D-9BA8-14CB76D9E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4617" y="2450971"/>
              <a:ext cx="1086810" cy="97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1028673-FF8D-F24B-A92B-31A893E59FE2}"/>
                </a:ext>
              </a:extLst>
            </p:cNvPr>
            <p:cNvSpPr/>
            <p:nvPr/>
          </p:nvSpPr>
          <p:spPr>
            <a:xfrm>
              <a:off x="5029247" y="2232632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53C607E-38F2-E247-9749-ADBD28AB3ABB}"/>
                </a:ext>
              </a:extLst>
            </p:cNvPr>
            <p:cNvSpPr/>
            <p:nvPr/>
          </p:nvSpPr>
          <p:spPr>
            <a:xfrm>
              <a:off x="5405761" y="2232632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D530503-6D38-8B45-B276-5D5AAF5AE1EE}"/>
                </a:ext>
              </a:extLst>
            </p:cNvPr>
            <p:cNvSpPr/>
            <p:nvPr/>
          </p:nvSpPr>
          <p:spPr>
            <a:xfrm>
              <a:off x="4925033" y="4401206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ECC06C-0D29-3146-A3E8-7061FE68E26F}"/>
                </a:ext>
              </a:extLst>
            </p:cNvPr>
            <p:cNvSpPr/>
            <p:nvPr/>
          </p:nvSpPr>
          <p:spPr>
            <a:xfrm>
              <a:off x="5301547" y="4401206"/>
              <a:ext cx="160637" cy="3930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DCCF42D-CA33-964C-8D5D-165D3CE8B871}"/>
                </a:ext>
              </a:extLst>
            </p:cNvPr>
            <p:cNvSpPr/>
            <p:nvPr/>
          </p:nvSpPr>
          <p:spPr>
            <a:xfrm>
              <a:off x="6327918" y="2790810"/>
              <a:ext cx="160637" cy="39307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90288E-F6F9-4D44-B498-FA2698D28749}"/>
                </a:ext>
              </a:extLst>
            </p:cNvPr>
            <p:cNvSpPr/>
            <p:nvPr/>
          </p:nvSpPr>
          <p:spPr>
            <a:xfrm>
              <a:off x="5602100" y="4420497"/>
              <a:ext cx="160637" cy="39307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D4BB042-21B2-FE47-B0D6-2429B7B88D4C}"/>
                </a:ext>
              </a:extLst>
            </p:cNvPr>
            <p:cNvCxnSpPr>
              <a:cxnSpLocks/>
            </p:cNvCxnSpPr>
            <p:nvPr/>
          </p:nvCxnSpPr>
          <p:spPr>
            <a:xfrm>
              <a:off x="5890670" y="4002319"/>
              <a:ext cx="8005" cy="11448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4D8A7C7-9665-5246-95CF-761B87BC1DC2}"/>
              </a:ext>
            </a:extLst>
          </p:cNvPr>
          <p:cNvSpPr txBox="1"/>
          <p:nvPr/>
        </p:nvSpPr>
        <p:spPr>
          <a:xfrm>
            <a:off x="323812" y="3556187"/>
            <a:ext cx="304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Evolution and </a:t>
            </a:r>
            <a:r>
              <a:rPr lang="pt-BR" noProof="0" dirty="0" err="1"/>
              <a:t>kinship</a:t>
            </a:r>
            <a:r>
              <a:rPr lang="pt-BR" noProof="0" dirty="0"/>
              <a:t> </a:t>
            </a:r>
            <a:r>
              <a:rPr lang="pt-BR" noProof="0" dirty="0" err="1"/>
              <a:t>relations</a:t>
            </a:r>
            <a:r>
              <a:rPr lang="pt-BR" noProof="0" dirty="0"/>
              <a:t> as </a:t>
            </a:r>
            <a:r>
              <a:rPr lang="pt-BR" noProof="0" dirty="0" err="1"/>
              <a:t>an</a:t>
            </a:r>
            <a:r>
              <a:rPr lang="pt-BR" noProof="0" dirty="0"/>
              <a:t> </a:t>
            </a:r>
            <a:r>
              <a:rPr lang="pt-BR" noProof="0" dirty="0" err="1"/>
              <a:t>idea</a:t>
            </a:r>
            <a:endParaRPr lang="pt-BR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FA56BF-1FA2-F940-8C88-4F03E6A39E71}"/>
              </a:ext>
            </a:extLst>
          </p:cNvPr>
          <p:cNvSpPr txBox="1"/>
          <p:nvPr/>
        </p:nvSpPr>
        <p:spPr>
          <a:xfrm>
            <a:off x="3817233" y="3484927"/>
            <a:ext cx="3043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A </a:t>
            </a:r>
            <a:r>
              <a:rPr lang="pt-BR" noProof="0" dirty="0" err="1"/>
              <a:t>graphical</a:t>
            </a:r>
            <a:r>
              <a:rPr lang="pt-BR" noProof="0" dirty="0"/>
              <a:t> </a:t>
            </a:r>
            <a:r>
              <a:rPr lang="pt-BR" noProof="0" dirty="0" err="1"/>
              <a:t>representation</a:t>
            </a:r>
            <a:r>
              <a:rPr lang="pt-BR" noProof="0" dirty="0"/>
              <a:t> </a:t>
            </a:r>
            <a:r>
              <a:rPr lang="pt-BR" noProof="0" dirty="0" err="1"/>
              <a:t>of</a:t>
            </a:r>
            <a:r>
              <a:rPr lang="pt-BR" noProof="0" dirty="0"/>
              <a:t> </a:t>
            </a:r>
            <a:r>
              <a:rPr lang="pt-BR" noProof="0" dirty="0" err="1"/>
              <a:t>kinship</a:t>
            </a:r>
            <a:r>
              <a:rPr lang="pt-BR" noProof="0" dirty="0"/>
              <a:t>, </a:t>
            </a:r>
            <a:r>
              <a:rPr lang="pt-BR" noProof="0" dirty="0" err="1"/>
              <a:t>with</a:t>
            </a:r>
            <a:r>
              <a:rPr lang="pt-BR" noProof="0" dirty="0"/>
              <a:t> </a:t>
            </a:r>
            <a:r>
              <a:rPr lang="pt-BR" noProof="0" dirty="0" err="1"/>
              <a:t>hypothetical</a:t>
            </a:r>
            <a:r>
              <a:rPr lang="pt-BR" noProof="0" dirty="0"/>
              <a:t> </a:t>
            </a:r>
            <a:r>
              <a:rPr lang="pt-BR" noProof="0" dirty="0" err="1"/>
              <a:t>ancestors</a:t>
            </a:r>
            <a:r>
              <a:rPr lang="pt-BR" noProof="0" dirty="0"/>
              <a:t> </a:t>
            </a:r>
            <a:r>
              <a:rPr lang="pt-BR" noProof="0" dirty="0" err="1"/>
              <a:t>being</a:t>
            </a:r>
            <a:r>
              <a:rPr lang="pt-BR" noProof="0" dirty="0"/>
              <a:t> a </a:t>
            </a:r>
            <a:r>
              <a:rPr lang="pt-BR" noProof="0" dirty="0" err="1"/>
              <a:t>key</a:t>
            </a:r>
            <a:r>
              <a:rPr lang="pt-BR" noProof="0" dirty="0"/>
              <a:t> </a:t>
            </a:r>
            <a:r>
              <a:rPr lang="pt-BR" noProof="0" dirty="0" err="1"/>
              <a:t>idea</a:t>
            </a:r>
            <a:endParaRPr lang="pt-BR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E9E40E-C545-864D-B01E-9B67526200EF}"/>
              </a:ext>
            </a:extLst>
          </p:cNvPr>
          <p:cNvSpPr txBox="1"/>
          <p:nvPr/>
        </p:nvSpPr>
        <p:spPr>
          <a:xfrm>
            <a:off x="7310654" y="3245595"/>
            <a:ext cx="437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Establishing</a:t>
            </a:r>
            <a:r>
              <a:rPr lang="pt-BR" noProof="0" dirty="0"/>
              <a:t> </a:t>
            </a:r>
            <a:r>
              <a:rPr lang="pt-BR" noProof="0" dirty="0" err="1"/>
              <a:t>homology</a:t>
            </a:r>
            <a:r>
              <a:rPr lang="pt-BR" noProof="0" dirty="0"/>
              <a:t> </a:t>
            </a:r>
            <a:r>
              <a:rPr lang="pt-BR" noProof="0" dirty="0" err="1"/>
              <a:t>of</a:t>
            </a:r>
            <a:r>
              <a:rPr lang="pt-BR" noProof="0" dirty="0"/>
              <a:t>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characters</a:t>
            </a:r>
            <a:r>
              <a:rPr lang="pt-BR" noProof="0" dirty="0"/>
              <a:t> </a:t>
            </a:r>
            <a:r>
              <a:rPr lang="pt-BR" noProof="0" dirty="0" err="1"/>
              <a:t>is</a:t>
            </a:r>
            <a:r>
              <a:rPr lang="pt-BR" noProof="0" dirty="0"/>
              <a:t> </a:t>
            </a:r>
            <a:r>
              <a:rPr lang="pt-BR" noProof="0" dirty="0" err="1"/>
              <a:t>essential</a:t>
            </a:r>
            <a:r>
              <a:rPr lang="pt-BR" noProof="0" dirty="0"/>
              <a:t>!</a:t>
            </a:r>
          </a:p>
          <a:p>
            <a:r>
              <a:rPr lang="pt-BR" noProof="0" dirty="0"/>
              <a:t>Always compare </a:t>
            </a:r>
            <a:r>
              <a:rPr lang="pt-BR" noProof="0" dirty="0" err="1"/>
              <a:t>things</a:t>
            </a:r>
            <a:r>
              <a:rPr lang="pt-BR" noProof="0" dirty="0"/>
              <a:t> </a:t>
            </a:r>
            <a:r>
              <a:rPr lang="pt-BR" noProof="0" dirty="0" err="1"/>
              <a:t>that</a:t>
            </a:r>
            <a:r>
              <a:rPr lang="pt-BR" noProof="0" dirty="0"/>
              <a:t> </a:t>
            </a:r>
            <a:r>
              <a:rPr lang="pt-BR" noProof="0" dirty="0" err="1"/>
              <a:t>have</a:t>
            </a:r>
            <a:r>
              <a:rPr lang="pt-BR" noProof="0" dirty="0"/>
              <a:t>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same</a:t>
            </a:r>
            <a:r>
              <a:rPr lang="pt-BR" noProof="0" dirty="0"/>
              <a:t> </a:t>
            </a:r>
            <a:r>
              <a:rPr lang="pt-BR" noProof="0" dirty="0" err="1"/>
              <a:t>evolutionary</a:t>
            </a:r>
            <a:r>
              <a:rPr lang="pt-BR" noProof="0" dirty="0"/>
              <a:t> </a:t>
            </a:r>
            <a:r>
              <a:rPr lang="pt-BR" noProof="0" dirty="0" err="1"/>
              <a:t>origin</a:t>
            </a:r>
            <a:r>
              <a:rPr lang="pt-BR" noProof="0" dirty="0"/>
              <a:t>!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C2B0E95-53A8-D840-93FA-1BFC26DF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76" y="4424604"/>
            <a:ext cx="4257863" cy="149073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0DA1053-447B-0645-B41D-3375FCA98179}"/>
              </a:ext>
            </a:extLst>
          </p:cNvPr>
          <p:cNvSpPr txBox="1"/>
          <p:nvPr/>
        </p:nvSpPr>
        <p:spPr>
          <a:xfrm>
            <a:off x="245217" y="5814263"/>
            <a:ext cx="4059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DNA </a:t>
            </a:r>
            <a:r>
              <a:rPr lang="pt-BR" noProof="0" dirty="0" err="1"/>
              <a:t>sequencing</a:t>
            </a:r>
            <a:r>
              <a:rPr lang="pt-BR" noProof="0" dirty="0"/>
              <a:t> </a:t>
            </a:r>
            <a:r>
              <a:rPr lang="pt-BR" noProof="0" dirty="0" err="1"/>
              <a:t>changed</a:t>
            </a:r>
            <a:r>
              <a:rPr lang="pt-BR" noProof="0" dirty="0"/>
              <a:t> </a:t>
            </a:r>
            <a:r>
              <a:rPr lang="pt-BR" noProof="0" dirty="0" err="1"/>
              <a:t>how</a:t>
            </a:r>
            <a:r>
              <a:rPr lang="pt-BR" noProof="0" dirty="0"/>
              <a:t> </a:t>
            </a:r>
            <a:r>
              <a:rPr lang="pt-BR" noProof="0" dirty="0" err="1"/>
              <a:t>we</a:t>
            </a:r>
            <a:r>
              <a:rPr lang="pt-BR" noProof="0" dirty="0"/>
              <a:t> </a:t>
            </a:r>
            <a:r>
              <a:rPr lang="pt-BR" noProof="0" dirty="0" err="1"/>
              <a:t>obtain</a:t>
            </a:r>
            <a:r>
              <a:rPr lang="pt-BR" noProof="0" dirty="0"/>
              <a:t> </a:t>
            </a:r>
            <a:r>
              <a:rPr lang="pt-BR" noProof="0" dirty="0" err="1"/>
              <a:t>characters</a:t>
            </a:r>
            <a:r>
              <a:rPr lang="pt-BR" noProof="0" dirty="0"/>
              <a:t> and </a:t>
            </a:r>
            <a:r>
              <a:rPr lang="pt-BR" noProof="0" dirty="0" err="1"/>
              <a:t>how</a:t>
            </a:r>
            <a:r>
              <a:rPr lang="pt-BR" noProof="0" dirty="0"/>
              <a:t> </a:t>
            </a:r>
            <a:r>
              <a:rPr lang="pt-BR" noProof="0" dirty="0" err="1"/>
              <a:t>we</a:t>
            </a:r>
            <a:r>
              <a:rPr lang="pt-BR" noProof="0" dirty="0"/>
              <a:t> </a:t>
            </a:r>
            <a:r>
              <a:rPr lang="pt-BR" noProof="0" dirty="0" err="1"/>
              <a:t>analyze</a:t>
            </a:r>
            <a:r>
              <a:rPr lang="pt-BR" noProof="0" dirty="0"/>
              <a:t> </a:t>
            </a:r>
            <a:r>
              <a:rPr lang="pt-BR" noProof="0" dirty="0" err="1"/>
              <a:t>them</a:t>
            </a:r>
            <a:endParaRPr lang="pt-BR" noProof="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A24409E-689B-D149-AFC4-B86B5D1C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927" y="4571701"/>
            <a:ext cx="2133583" cy="71914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7EECBB5-20DE-9343-BE19-90BAD2ACF5BF}"/>
              </a:ext>
            </a:extLst>
          </p:cNvPr>
          <p:cNvSpPr txBox="1"/>
          <p:nvPr/>
        </p:nvSpPr>
        <p:spPr>
          <a:xfrm>
            <a:off x="5004221" y="5366351"/>
            <a:ext cx="1347642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/>
              <a:t>P(</a:t>
            </a:r>
            <a:r>
              <a:rPr lang="pt-BR" sz="2800" noProof="0" dirty="0" err="1"/>
              <a:t>Ei|D</a:t>
            </a:r>
            <a:r>
              <a:rPr lang="pt-BR" sz="2800" noProof="0" dirty="0"/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8D9193-853C-2447-A6FF-144B2F4CA2A9}"/>
              </a:ext>
            </a:extLst>
          </p:cNvPr>
          <p:cNvSpPr txBox="1"/>
          <p:nvPr/>
        </p:nvSpPr>
        <p:spPr>
          <a:xfrm>
            <a:off x="4503080" y="5932555"/>
            <a:ext cx="3043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Complex </a:t>
            </a:r>
            <a:r>
              <a:rPr lang="pt-BR" noProof="0" dirty="0" err="1"/>
              <a:t>statistical</a:t>
            </a:r>
            <a:r>
              <a:rPr lang="pt-BR" noProof="0" dirty="0"/>
              <a:t> models </a:t>
            </a:r>
            <a:r>
              <a:rPr lang="pt-BR" noProof="0" dirty="0" err="1"/>
              <a:t>that</a:t>
            </a:r>
            <a:r>
              <a:rPr lang="pt-BR" noProof="0" dirty="0"/>
              <a:t> </a:t>
            </a:r>
            <a:r>
              <a:rPr lang="pt-BR" noProof="0" dirty="0" err="1"/>
              <a:t>account</a:t>
            </a:r>
            <a:r>
              <a:rPr lang="pt-BR" noProof="0" dirty="0"/>
              <a:t> for </a:t>
            </a:r>
            <a:r>
              <a:rPr lang="pt-BR" noProof="0" dirty="0" err="1"/>
              <a:t>different</a:t>
            </a:r>
            <a:r>
              <a:rPr lang="pt-BR" noProof="0" dirty="0"/>
              <a:t> </a:t>
            </a:r>
            <a:r>
              <a:rPr lang="pt-BR" noProof="0" dirty="0" err="1"/>
              <a:t>transition</a:t>
            </a:r>
            <a:r>
              <a:rPr lang="pt-BR" noProof="0" dirty="0"/>
              <a:t> rates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C9459B3-FBDA-E74E-93B1-61833512D0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786" r="11743"/>
          <a:stretch/>
        </p:blipFill>
        <p:spPr>
          <a:xfrm>
            <a:off x="7660958" y="4558169"/>
            <a:ext cx="2203005" cy="2016569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D22BF321-9F79-134B-946D-E291D89CE2B1}"/>
              </a:ext>
            </a:extLst>
          </p:cNvPr>
          <p:cNvSpPr txBox="1"/>
          <p:nvPr/>
        </p:nvSpPr>
        <p:spPr>
          <a:xfrm>
            <a:off x="9804297" y="4920699"/>
            <a:ext cx="228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Big data and </a:t>
            </a:r>
            <a:r>
              <a:rPr lang="pt-BR" noProof="0" dirty="0" err="1"/>
              <a:t>methods</a:t>
            </a:r>
            <a:r>
              <a:rPr lang="pt-BR" noProof="0" dirty="0"/>
              <a:t> </a:t>
            </a:r>
            <a:r>
              <a:rPr lang="pt-BR" noProof="0" dirty="0" err="1"/>
              <a:t>that</a:t>
            </a:r>
            <a:r>
              <a:rPr lang="pt-BR" noProof="0" dirty="0"/>
              <a:t> </a:t>
            </a:r>
            <a:r>
              <a:rPr lang="pt-BR" noProof="0" dirty="0" err="1"/>
              <a:t>account</a:t>
            </a:r>
            <a:r>
              <a:rPr lang="pt-BR" noProof="0" dirty="0"/>
              <a:t> for </a:t>
            </a:r>
            <a:r>
              <a:rPr lang="pt-BR" noProof="0" dirty="0" err="1"/>
              <a:t>different</a:t>
            </a:r>
            <a:r>
              <a:rPr lang="pt-BR" noProof="0" dirty="0"/>
              <a:t> </a:t>
            </a:r>
            <a:r>
              <a:rPr lang="pt-BR" noProof="0" dirty="0" err="1"/>
              <a:t>evolutionary</a:t>
            </a:r>
            <a:r>
              <a:rPr lang="pt-BR" noProof="0" dirty="0"/>
              <a:t> </a:t>
            </a:r>
            <a:r>
              <a:rPr lang="pt-BR" noProof="0" dirty="0" err="1"/>
              <a:t>origins</a:t>
            </a:r>
            <a:r>
              <a:rPr lang="pt-BR" noProof="0" dirty="0"/>
              <a:t> </a:t>
            </a:r>
            <a:r>
              <a:rPr lang="pt-BR" noProof="0" dirty="0" err="1"/>
              <a:t>of</a:t>
            </a:r>
            <a:r>
              <a:rPr lang="pt-BR" noProof="0" dirty="0"/>
              <a:t> genes</a:t>
            </a:r>
          </a:p>
        </p:txBody>
      </p:sp>
    </p:spTree>
    <p:extLst>
      <p:ext uri="{BB962C8B-B14F-4D97-AF65-F5344CB8AC3E}">
        <p14:creationId xmlns:p14="http://schemas.microsoft.com/office/powerpoint/2010/main" val="35672550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68A825-52EF-5342-A13B-F443B797C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85" y="632057"/>
            <a:ext cx="7064829" cy="551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6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8253</TotalTime>
  <Words>2605</Words>
  <Application>Microsoft Office PowerPoint</Application>
  <PresentationFormat>Widescreen</PresentationFormat>
  <Paragraphs>698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Times New Roman</vt:lpstr>
      <vt:lpstr>Office Theme</vt:lpstr>
      <vt:lpstr>Introdução a Sistemática Filogenética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Phylogenetic Methods</dc:title>
  <dc:creator>Carolina Siniscalchi</dc:creator>
  <cp:lastModifiedBy>reviewer</cp:lastModifiedBy>
  <cp:revision>72</cp:revision>
  <dcterms:created xsi:type="dcterms:W3CDTF">2020-11-05T01:31:55Z</dcterms:created>
  <dcterms:modified xsi:type="dcterms:W3CDTF">2026-10-21T23:04:08Z</dcterms:modified>
</cp:coreProperties>
</file>